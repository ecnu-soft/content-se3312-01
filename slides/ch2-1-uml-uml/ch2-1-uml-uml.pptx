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 id="2147483663" r:id="rId3"/>
    <p:sldMasterId id="2147483664" r:id="rId4"/>
  </p:sldMasterIdLst>
  <p:notesMasterIdLst>
    <p:notesMasterId r:id="rId43"/>
  </p:notesMasterIdLst>
  <p:sldIdLst>
    <p:sldId id="257" r:id="rId5"/>
    <p:sldId id="534" r:id="rId6"/>
    <p:sldId id="535" r:id="rId7"/>
    <p:sldId id="500" r:id="rId8"/>
    <p:sldId id="533" r:id="rId9"/>
    <p:sldId id="337" r:id="rId10"/>
    <p:sldId id="495" r:id="rId11"/>
    <p:sldId id="497" r:id="rId12"/>
    <p:sldId id="278" r:id="rId13"/>
    <p:sldId id="501" r:id="rId14"/>
    <p:sldId id="502" r:id="rId15"/>
    <p:sldId id="498" r:id="rId16"/>
    <p:sldId id="499" r:id="rId17"/>
    <p:sldId id="503" r:id="rId18"/>
    <p:sldId id="504" r:id="rId19"/>
    <p:sldId id="505" r:id="rId20"/>
    <p:sldId id="508" r:id="rId21"/>
    <p:sldId id="507" r:id="rId22"/>
    <p:sldId id="509" r:id="rId23"/>
    <p:sldId id="510" r:id="rId24"/>
    <p:sldId id="516" r:id="rId25"/>
    <p:sldId id="517" r:id="rId26"/>
    <p:sldId id="518" r:id="rId27"/>
    <p:sldId id="521" r:id="rId28"/>
    <p:sldId id="522" r:id="rId29"/>
    <p:sldId id="523" r:id="rId30"/>
    <p:sldId id="524" r:id="rId31"/>
    <p:sldId id="525" r:id="rId32"/>
    <p:sldId id="526" r:id="rId33"/>
    <p:sldId id="527" r:id="rId34"/>
    <p:sldId id="528" r:id="rId35"/>
    <p:sldId id="529" r:id="rId36"/>
    <p:sldId id="520" r:id="rId37"/>
    <p:sldId id="519" r:id="rId38"/>
    <p:sldId id="531" r:id="rId39"/>
    <p:sldId id="511" r:id="rId40"/>
    <p:sldId id="530" r:id="rId41"/>
    <p:sldId id="536" r:id="rId4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80890" autoAdjust="0"/>
  </p:normalViewPr>
  <p:slideViewPr>
    <p:cSldViewPr snapToGrid="0">
      <p:cViewPr varScale="1">
        <p:scale>
          <a:sx n="135" d="100"/>
          <a:sy n="135" d="100"/>
        </p:scale>
        <p:origin x="16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4E54B-D346-4E21-8304-5E21A385E5E5}" type="datetimeFigureOut">
              <a:rPr lang="zh-CN" altLang="en-US" smtClean="0"/>
              <a:t>2026/9/23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90D449-86F4-4423-B0CF-057524BCB9F7}" type="slidenum">
              <a:rPr lang="zh-CN" altLang="en-US" smtClean="0"/>
              <a:t>‹#›</a:t>
            </a:fld>
            <a:endParaRPr lang="zh-CN" altLang="en-US"/>
          </a:p>
        </p:txBody>
      </p:sp>
    </p:spTree>
    <p:extLst>
      <p:ext uri="{BB962C8B-B14F-4D97-AF65-F5344CB8AC3E}">
        <p14:creationId xmlns:p14="http://schemas.microsoft.com/office/powerpoint/2010/main" val="336929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回顾上一讲的软件工程概述。SE：Software Engineering。SDLC：Software Development Life Cycle。ATM：Automated Teller Machine。先请学生回忆名词，再选 ATM 说明具体产物。需求说明要做什么及验收条件，职责划分说明谁负责什么，对象交互说明如何协作。方法、表示法、工具和产物应区分。</a:t>
            </a:r>
          </a:p>
          <a:p>
            <a:r>
              <a:t>来源：Ch01-软件工程与AI协作-课程母版-v4.1.pptx，P8–18、P25–31、P46；Ch01-v4.1-教师讲稿-v2.md。参照本项目 v4.2 同名课件与讲稿的承接表述。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AI4SE：Artificial Intelligence for Software Engineering。SE4AI：Software Engineering for Artificial Intelligence。LLM：Large Language Model。Harness 按上一讲作为运行支撑与控制机制理解。请学生回忆截止判断案例：已确认规则和独立测试提供判断依据，模型声称成功不能代替真实工具输出。最后将问题转向本讲 UML：先理解图形符号和语义，再核对需求、职责与关系是否一致。</a:t>
            </a:r>
          </a:p>
          <a:p>
            <a:r>
              <a:t>来源：Ch01-软件工程与AI协作-课程母版-v4.1.pptx，P32–41、P46；Ch01-v4.1-教师讲稿-v2.md。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indent="0">
              <a:lnSpc>
                <a:spcPct val="150000"/>
              </a:lnSpc>
              <a:buNone/>
            </a:pPr>
            <a:r>
              <a:rPr lang="zh-CN" altLang="en-US" dirty="0">
                <a:latin typeface="楷体" panose="02010609060101010101" pitchFamily="49" charset="-122"/>
                <a:ea typeface="楷体" panose="02010609060101010101" pitchFamily="49" charset="-122"/>
              </a:rPr>
              <a:t>过程也是一个对象！</a:t>
            </a:r>
            <a:endParaRPr lang="en-US" altLang="zh-CN" dirty="0">
              <a:latin typeface="楷体" panose="02010609060101010101" pitchFamily="49" charset="-122"/>
              <a:ea typeface="楷体" panose="02010609060101010101" pitchFamily="49" charset="-122"/>
            </a:endParaRPr>
          </a:p>
          <a:p>
            <a:pPr marL="0" indent="0">
              <a:lnSpc>
                <a:spcPct val="150000"/>
              </a:lnSpc>
              <a:buNone/>
            </a:pPr>
            <a:endParaRPr lang="en-US" altLang="zh-CN" dirty="0">
              <a:latin typeface="楷体" panose="02010609060101010101" pitchFamily="49" charset="-122"/>
              <a:ea typeface="楷体" panose="02010609060101010101" pitchFamily="49" charset="-122"/>
            </a:endParaRPr>
          </a:p>
          <a:p>
            <a:pPr marL="0" indent="0">
              <a:lnSpc>
                <a:spcPct val="150000"/>
              </a:lnSpc>
              <a:buNone/>
            </a:pPr>
            <a:r>
              <a:rPr lang="zh-CN" altLang="en-US" dirty="0">
                <a:latin typeface="楷体" panose="02010609060101010101" pitchFamily="49" charset="-122"/>
                <a:ea typeface="楷体" panose="02010609060101010101" pitchFamily="49" charset="-122"/>
              </a:rPr>
              <a:t>如果你的分析习惯是在调研需求时最先弄清楚有多少业务流程，先画出业务流程图，然后顺藤摸瓜，找出业务流程中每一步骤的参与部门或岗位，弄清楚在这一步参与者所做的事情和填写表单的结果，并关心用户是如何把这份表单传给到下一个环节的。那么很不幸，你还在做面向过程的事情</a:t>
            </a:r>
          </a:p>
          <a:p>
            <a:pPr marL="0" indent="0">
              <a:lnSpc>
                <a:spcPct val="150000"/>
              </a:lnSpc>
              <a:buNone/>
            </a:pPr>
            <a:r>
              <a:rPr lang="zh-CN" altLang="en-US" dirty="0">
                <a:latin typeface="楷体" panose="02010609060101010101" pitchFamily="49" charset="-122"/>
                <a:ea typeface="楷体" panose="02010609060101010101" pitchFamily="49" charset="-122"/>
              </a:rPr>
              <a:t>如果你的分析习惯是在调研需求时最先弄清楚有多少部门，多少岗位，然后找到每一个岗位的业务代表，问他们类似的问题：你平时都做什么？这件事是谁交办的？做完了你需要通知或传达给谁吗？做这件事情你都需要填写些什么表格吗？</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那么恭喜你，你已经</a:t>
            </a:r>
            <a:r>
              <a:rPr lang="en-US" altLang="zh-CN" dirty="0">
                <a:latin typeface="楷体" panose="02010609060101010101" pitchFamily="49" charset="-122"/>
                <a:ea typeface="楷体" panose="02010609060101010101" pitchFamily="49" charset="-122"/>
              </a:rPr>
              <a:t>OO</a:t>
            </a:r>
            <a:r>
              <a:rPr lang="zh-CN" altLang="en-US" dirty="0">
                <a:latin typeface="楷体" panose="02010609060101010101" pitchFamily="49" charset="-122"/>
                <a:ea typeface="楷体" panose="02010609060101010101" pitchFamily="49" charset="-122"/>
              </a:rPr>
              <a:t>啦</a:t>
            </a:r>
            <a:r>
              <a:rPr lang="en-US" altLang="zh-CN" dirty="0">
                <a:latin typeface="楷体" panose="02010609060101010101" pitchFamily="49" charset="-122"/>
                <a:ea typeface="楷体" panose="02010609060101010101" pitchFamily="49"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a:t>
            </a:r>
            <a:r>
              <a:rPr lang="zh-CN" altLang="en-US" dirty="0"/>
              <a:t>面向对象编程将现实世界中的事物抽象为对象，每个对象都有自己的属性（数据）和行为（方法）。程序由多个对象组成，对象之间通过消息传递进行交互</a:t>
            </a:r>
          </a:p>
          <a:p>
            <a:endParaRPr lang="zh-CN" altLang="en-US" dirty="0"/>
          </a:p>
        </p:txBody>
      </p:sp>
      <p:sp>
        <p:nvSpPr>
          <p:cNvPr id="4" name="灯片编号占位符 3"/>
          <p:cNvSpPr>
            <a:spLocks noGrp="1"/>
          </p:cNvSpPr>
          <p:nvPr>
            <p:ph type="sldNum" sz="quarter" idx="5"/>
          </p:nvPr>
        </p:nvSpPr>
        <p:spPr/>
        <p:txBody>
          <a:bodyPr/>
          <a:lstStyle/>
          <a:p>
            <a:fld id="{0190D449-86F4-4423-B0CF-057524BCB9F7}" type="slidenum">
              <a:rPr lang="zh-CN" altLang="en-US" smtClean="0"/>
              <a:t>6</a:t>
            </a:fld>
            <a:endParaRPr lang="zh-CN" altLang="en-US"/>
          </a:p>
        </p:txBody>
      </p:sp>
    </p:spTree>
    <p:extLst>
      <p:ext uri="{BB962C8B-B14F-4D97-AF65-F5344CB8AC3E}">
        <p14:creationId xmlns:p14="http://schemas.microsoft.com/office/powerpoint/2010/main" val="2206608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怎么做抽象以及怎么保证抽象是正确的？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如何使用对象的思维方法获取需求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抽取出的对象能反映现实世界吗？</a:t>
            </a:r>
          </a:p>
          <a:p>
            <a:r>
              <a:rPr lang="zh-CN" altLang="en-US" dirty="0"/>
              <a:t>对象的执行能正确反映现实世界吗？</a:t>
            </a:r>
          </a:p>
        </p:txBody>
      </p:sp>
      <p:sp>
        <p:nvSpPr>
          <p:cNvPr id="4" name="灯片编号占位符 3"/>
          <p:cNvSpPr>
            <a:spLocks noGrp="1"/>
          </p:cNvSpPr>
          <p:nvPr>
            <p:ph type="sldNum" sz="quarter" idx="5"/>
          </p:nvPr>
        </p:nvSpPr>
        <p:spPr/>
        <p:txBody>
          <a:bodyPr/>
          <a:lstStyle/>
          <a:p>
            <a:fld id="{0190D449-86F4-4423-B0CF-057524BCB9F7}" type="slidenum">
              <a:rPr lang="zh-CN" altLang="en-US" smtClean="0"/>
              <a:t>7</a:t>
            </a:fld>
            <a:endParaRPr lang="zh-CN" altLang="en-US"/>
          </a:p>
        </p:txBody>
      </p:sp>
    </p:spTree>
    <p:extLst>
      <p:ext uri="{BB962C8B-B14F-4D97-AF65-F5344CB8AC3E}">
        <p14:creationId xmlns:p14="http://schemas.microsoft.com/office/powerpoint/2010/main" val="363184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通过对现实世界的建模获得业务模型，进行需求获取</a:t>
            </a:r>
            <a:endParaRPr lang="en-US" altLang="zh-CN" dirty="0"/>
          </a:p>
          <a:p>
            <a:r>
              <a:rPr lang="zh-CN" altLang="en-US" dirty="0"/>
              <a:t>通过将业务模型转换成计算机能理解的概念模型，也叫分析模型，进行需求分析</a:t>
            </a:r>
            <a:endParaRPr lang="en-US" altLang="zh-CN" dirty="0"/>
          </a:p>
          <a:p>
            <a:r>
              <a:rPr lang="zh-CN" altLang="en-US" dirty="0"/>
              <a:t>通过将概念模型与具体的架构、编程语言等结合，将分析模型转换成设计模型，进行系统设计</a:t>
            </a:r>
            <a:endParaRPr lang="en-US" altLang="zh-CN" dirty="0"/>
          </a:p>
          <a:p>
            <a:r>
              <a:rPr lang="zh-CN" altLang="en-US" dirty="0"/>
              <a:t>最终依据设计模型实施编程实现</a:t>
            </a:r>
            <a:endParaRPr lang="en-US" altLang="zh-CN" dirty="0"/>
          </a:p>
          <a:p>
            <a:r>
              <a:rPr lang="zh-CN" altLang="en-US" dirty="0"/>
              <a:t>在此过程中，通过贯穿全过程的用例，保证各层次模型之间的可追溯性和可验证性</a:t>
            </a:r>
            <a:endParaRPr lang="en-US" altLang="zh-CN" dirty="0"/>
          </a:p>
          <a:p>
            <a:r>
              <a:rPr lang="zh-CN" altLang="en-US" dirty="0"/>
              <a:t>从图中可以看到，模型是各个阶段的核心产物，可视化了整个分析设计过程，而我们这节课要学习的就是用于表示这些模型的图形化语言</a:t>
            </a:r>
            <a:r>
              <a:rPr lang="en-US" altLang="zh-CN" dirty="0"/>
              <a:t>UML</a:t>
            </a:r>
            <a:r>
              <a:rPr lang="zh-CN" altLang="en-US" dirty="0"/>
              <a:t>的基础，后面我们会逐步学习使用</a:t>
            </a:r>
            <a:r>
              <a:rPr lang="en-US" altLang="zh-CN" dirty="0"/>
              <a:t>UML</a:t>
            </a:r>
            <a:r>
              <a:rPr lang="zh-CN" altLang="en-US" dirty="0"/>
              <a:t>语言构造各个阶段的模型</a:t>
            </a:r>
          </a:p>
        </p:txBody>
      </p:sp>
      <p:sp>
        <p:nvSpPr>
          <p:cNvPr id="4" name="灯片编号占位符 3"/>
          <p:cNvSpPr>
            <a:spLocks noGrp="1"/>
          </p:cNvSpPr>
          <p:nvPr>
            <p:ph type="sldNum" sz="quarter" idx="5"/>
          </p:nvPr>
        </p:nvSpPr>
        <p:spPr/>
        <p:txBody>
          <a:bodyPr/>
          <a:lstStyle/>
          <a:p>
            <a:fld id="{0190D449-86F4-4423-B0CF-057524BCB9F7}" type="slidenum">
              <a:rPr lang="zh-CN" altLang="en-US" smtClean="0"/>
              <a:t>8</a:t>
            </a:fld>
            <a:endParaRPr lang="zh-CN" altLang="en-US"/>
          </a:p>
        </p:txBody>
      </p:sp>
    </p:spTree>
    <p:extLst>
      <p:ext uri="{BB962C8B-B14F-4D97-AF65-F5344CB8AC3E}">
        <p14:creationId xmlns:p14="http://schemas.microsoft.com/office/powerpoint/2010/main" val="1002564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95050ED-E54A-5692-4B23-9C076C0185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04E6D8F-3AFF-422D-A534-189B21F590DD}" type="slidenum">
              <a:rPr lang="zh-CN" altLang="en-US">
                <a:latin typeface="Tahoma" panose="020B0604030504040204" pitchFamily="34" charset="0"/>
              </a:rPr>
              <a:pPr>
                <a:spcBef>
                  <a:spcPct val="0"/>
                </a:spcBef>
              </a:pPr>
              <a:t>9</a:t>
            </a:fld>
            <a:endParaRPr lang="en-US" altLang="zh-CN">
              <a:latin typeface="Tahoma" panose="020B0604030504040204" pitchFamily="34" charset="0"/>
            </a:endParaRPr>
          </a:p>
        </p:txBody>
      </p:sp>
      <p:sp>
        <p:nvSpPr>
          <p:cNvPr id="10243" name="Rectangle 2">
            <a:extLst>
              <a:ext uri="{FF2B5EF4-FFF2-40B4-BE49-F238E27FC236}">
                <a16:creationId xmlns:a16="http://schemas.microsoft.com/office/drawing/2014/main" id="{4C72064C-FE84-D1DA-DE44-7E7635B240D7}"/>
              </a:ext>
            </a:extLst>
          </p:cNvPr>
          <p:cNvSpPr>
            <a:spLocks noChangeArrowheads="1"/>
          </p:cNvSpPr>
          <p:nvPr/>
        </p:nvSpPr>
        <p:spPr bwMode="auto">
          <a:xfrm>
            <a:off x="5945188" y="98425"/>
            <a:ext cx="84931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ahoma" panose="020B0604030504040204" pitchFamily="34" charset="0"/>
            </a:endParaRPr>
          </a:p>
        </p:txBody>
      </p:sp>
      <p:sp>
        <p:nvSpPr>
          <p:cNvPr id="10244" name="Rectangle 3">
            <a:extLst>
              <a:ext uri="{FF2B5EF4-FFF2-40B4-BE49-F238E27FC236}">
                <a16:creationId xmlns:a16="http://schemas.microsoft.com/office/drawing/2014/main" id="{74F68E38-0166-BE15-115C-EE10BA8F3759}"/>
              </a:ext>
            </a:extLst>
          </p:cNvPr>
          <p:cNvSpPr>
            <a:spLocks noChangeArrowheads="1"/>
          </p:cNvSpPr>
          <p:nvPr/>
        </p:nvSpPr>
        <p:spPr bwMode="auto">
          <a:xfrm>
            <a:off x="6532563" y="9629775"/>
            <a:ext cx="260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b">
            <a:spAutoFit/>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lgn="r">
              <a:spcBef>
                <a:spcPct val="0"/>
              </a:spcBef>
            </a:pPr>
            <a:r>
              <a:rPr kumimoji="0" lang="en-GB" altLang="zh-CN">
                <a:latin typeface="Times New Roman" panose="02020603050405020304" pitchFamily="18" charset="0"/>
              </a:rPr>
              <a:t>9</a:t>
            </a:r>
          </a:p>
        </p:txBody>
      </p:sp>
      <p:sp>
        <p:nvSpPr>
          <p:cNvPr id="10245" name="Rectangle 4">
            <a:extLst>
              <a:ext uri="{FF2B5EF4-FFF2-40B4-BE49-F238E27FC236}">
                <a16:creationId xmlns:a16="http://schemas.microsoft.com/office/drawing/2014/main" id="{616F22E8-8694-A130-402C-B96EADE6D768}"/>
              </a:ext>
            </a:extLst>
          </p:cNvPr>
          <p:cNvSpPr>
            <a:spLocks noChangeArrowheads="1"/>
          </p:cNvSpPr>
          <p:nvPr/>
        </p:nvSpPr>
        <p:spPr bwMode="auto">
          <a:xfrm>
            <a:off x="0" y="9607550"/>
            <a:ext cx="642938"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ahoma" panose="020B0604030504040204" pitchFamily="34" charset="0"/>
            </a:endParaRPr>
          </a:p>
        </p:txBody>
      </p:sp>
      <p:sp>
        <p:nvSpPr>
          <p:cNvPr id="10246" name="Rectangle 5">
            <a:extLst>
              <a:ext uri="{FF2B5EF4-FFF2-40B4-BE49-F238E27FC236}">
                <a16:creationId xmlns:a16="http://schemas.microsoft.com/office/drawing/2014/main" id="{8CD6CDAE-FE39-A68F-C4CD-7B3E941CC52B}"/>
              </a:ext>
            </a:extLst>
          </p:cNvPr>
          <p:cNvSpPr>
            <a:spLocks noChangeArrowheads="1"/>
          </p:cNvSpPr>
          <p:nvPr/>
        </p:nvSpPr>
        <p:spPr bwMode="auto">
          <a:xfrm>
            <a:off x="0" y="98425"/>
            <a:ext cx="6873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2400">
              <a:latin typeface="Tahoma" panose="020B0604030504040204" pitchFamily="34" charset="0"/>
            </a:endParaRPr>
          </a:p>
        </p:txBody>
      </p:sp>
      <p:sp>
        <p:nvSpPr>
          <p:cNvPr id="10247" name="Rectangle 6">
            <a:extLst>
              <a:ext uri="{FF2B5EF4-FFF2-40B4-BE49-F238E27FC236}">
                <a16:creationId xmlns:a16="http://schemas.microsoft.com/office/drawing/2014/main" id="{6A6BF975-7471-2805-1BD5-969113E23856}"/>
              </a:ext>
            </a:extLst>
          </p:cNvPr>
          <p:cNvSpPr>
            <a:spLocks noGrp="1" noRot="1" noChangeAspect="1" noChangeArrowheads="1" noTextEdit="1"/>
          </p:cNvSpPr>
          <p:nvPr>
            <p:ph type="sldImg"/>
          </p:nvPr>
        </p:nvSpPr>
        <p:spPr>
          <a:xfrm>
            <a:off x="109538" y="750888"/>
            <a:ext cx="6577012" cy="3700462"/>
          </a:xfrm>
          <a:ln w="12700" cap="flat"/>
        </p:spPr>
      </p:sp>
      <p:sp>
        <p:nvSpPr>
          <p:cNvPr id="10248" name="Rectangle 7">
            <a:extLst>
              <a:ext uri="{FF2B5EF4-FFF2-40B4-BE49-F238E27FC236}">
                <a16:creationId xmlns:a16="http://schemas.microsoft.com/office/drawing/2014/main" id="{CEF61C7E-11E7-F70B-129B-7380E39A452F}"/>
              </a:ext>
            </a:extLst>
          </p:cNvPr>
          <p:cNvSpPr>
            <a:spLocks noGrp="1" noChangeArrowheads="1"/>
          </p:cNvSpPr>
          <p:nvPr>
            <p:ph type="body" idx="1"/>
          </p:nvPr>
        </p:nvSpPr>
        <p:spPr>
          <a:xfrm>
            <a:off x="908050" y="7232650"/>
            <a:ext cx="5054600" cy="6937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spAutoFit/>
          </a:bodyPr>
          <a:lstStyle/>
          <a:p>
            <a:pPr eaLnBrk="1" hangingPunct="1"/>
            <a:r>
              <a:rPr lang="en-GB" altLang="zh-CN" dirty="0">
                <a:latin typeface="Arial" panose="020B0604020202020204" pitchFamily="34" charset="0"/>
              </a:rPr>
              <a:t>Core message -- second bullet</a:t>
            </a:r>
          </a:p>
          <a:p>
            <a:pPr eaLnBrk="1" hangingPunct="1"/>
            <a:r>
              <a:rPr lang="en-GB" altLang="zh-CN" dirty="0">
                <a:latin typeface="Arial" panose="020B0604020202020204" pitchFamily="34" charset="0"/>
              </a:rPr>
              <a:t>UML can be used to communicate system and software design throughout the life cycle</a:t>
            </a:r>
          </a:p>
          <a:p>
            <a:pPr eaLnBrk="1" hangingPunct="1"/>
            <a:endParaRPr lang="en-GB"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endParaRPr/>
          </a:p>
          <a:p>
            <a:r>
              <a:t>原页来源：UML Lecture_UMLintroduction, Author: NK Jiang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endParaRPr/>
          </a:p>
          <a:p>
            <a:r>
              <a:t>原页来源：UML Lecture_UMLintroduction, Author: NK Jiang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但是图也有图的缺点，比较难画，因此，文本绘图工具非常好</a:t>
            </a:r>
          </a:p>
        </p:txBody>
      </p:sp>
      <p:sp>
        <p:nvSpPr>
          <p:cNvPr id="4" name="灯片编号占位符 3"/>
          <p:cNvSpPr>
            <a:spLocks noGrp="1"/>
          </p:cNvSpPr>
          <p:nvPr>
            <p:ph type="sldNum" sz="quarter" idx="5"/>
          </p:nvPr>
        </p:nvSpPr>
        <p:spPr/>
        <p:txBody>
          <a:bodyPr/>
          <a:lstStyle/>
          <a:p>
            <a:fld id="{0190D449-86F4-4423-B0CF-057524BCB9F7}" type="slidenum">
              <a:rPr lang="zh-CN" altLang="en-US" smtClean="0"/>
              <a:t>12</a:t>
            </a:fld>
            <a:endParaRPr lang="zh-CN" altLang="en-US"/>
          </a:p>
        </p:txBody>
      </p:sp>
    </p:spTree>
    <p:extLst>
      <p:ext uri="{BB962C8B-B14F-4D97-AF65-F5344CB8AC3E}">
        <p14:creationId xmlns:p14="http://schemas.microsoft.com/office/powerpoint/2010/main" val="2083693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90D449-86F4-4423-B0CF-057524BCB9F7}" type="slidenum">
              <a:rPr lang="zh-CN" altLang="en-US" smtClean="0"/>
              <a:t>14</a:t>
            </a:fld>
            <a:endParaRPr lang="zh-CN" altLang="en-US"/>
          </a:p>
        </p:txBody>
      </p:sp>
    </p:spTree>
    <p:extLst>
      <p:ext uri="{BB962C8B-B14F-4D97-AF65-F5344CB8AC3E}">
        <p14:creationId xmlns:p14="http://schemas.microsoft.com/office/powerpoint/2010/main" val="102145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90D449-86F4-4423-B0CF-057524BCB9F7}" type="slidenum">
              <a:rPr lang="zh-CN" altLang="en-US" smtClean="0"/>
              <a:t>20</a:t>
            </a:fld>
            <a:endParaRPr lang="zh-CN" altLang="en-US"/>
          </a:p>
        </p:txBody>
      </p:sp>
    </p:spTree>
    <p:extLst>
      <p:ext uri="{BB962C8B-B14F-4D97-AF65-F5344CB8AC3E}">
        <p14:creationId xmlns:p14="http://schemas.microsoft.com/office/powerpoint/2010/main" val="2901866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消息可以看成是系统行为的关键点</a:t>
            </a:r>
          </a:p>
        </p:txBody>
      </p:sp>
      <p:sp>
        <p:nvSpPr>
          <p:cNvPr id="4" name="灯片编号占位符 3"/>
          <p:cNvSpPr>
            <a:spLocks noGrp="1"/>
          </p:cNvSpPr>
          <p:nvPr>
            <p:ph type="sldNum" sz="quarter" idx="5"/>
          </p:nvPr>
        </p:nvSpPr>
        <p:spPr/>
        <p:txBody>
          <a:bodyPr/>
          <a:lstStyle/>
          <a:p>
            <a:fld id="{0190D449-86F4-4423-B0CF-057524BCB9F7}" type="slidenum">
              <a:rPr lang="zh-CN" altLang="en-US" smtClean="0"/>
              <a:t>29</a:t>
            </a:fld>
            <a:endParaRPr lang="zh-CN" altLang="en-US"/>
          </a:p>
        </p:txBody>
      </p:sp>
    </p:spTree>
    <p:extLst>
      <p:ext uri="{BB962C8B-B14F-4D97-AF65-F5344CB8AC3E}">
        <p14:creationId xmlns:p14="http://schemas.microsoft.com/office/powerpoint/2010/main" val="3391494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本讲 UML 主体内容与图示直接来源：2026秋季-软件工程实践-授课PPT工作区/01-孙海英参考主线/Ch2.1-UML基础-UML的概念模型.pptx。</a:t>
            </a:r>
          </a:p>
          <a:p>
            <a:r>
              <a:t>软件工程与生命周期回顾经本项目 Ch01 课件整理，相关原始参考包括：软件工程实践-参考课程-苏亭/lec-1 Intro.ppt、lec-2 SDLC.pptx，以及孙海英老师的软件工程概述课件。</a:t>
            </a:r>
          </a:p>
          <a:p>
            <a:r>
              <a:t>教材信息沿用原课件所列参考文献。原课件中另有署名 NK Jiang 的 UML 介绍图示，其页级来源保留在对应页备注。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40908-4285-1B75-20D3-0AC0877CDA1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9505BB6-74C6-FDC7-2590-9C4750A9A9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BF1BE73-D5B9-0A16-8BC3-80AEC609C61A}"/>
              </a:ext>
            </a:extLst>
          </p:cNvPr>
          <p:cNvSpPr>
            <a:spLocks noGrp="1"/>
          </p:cNvSpPr>
          <p:nvPr>
            <p:ph type="dt" sz="half" idx="10"/>
          </p:nvPr>
        </p:nvSpPr>
        <p:spPr/>
        <p:txBody>
          <a:bodyPr/>
          <a:lstStyle/>
          <a:p>
            <a:fld id="{D1BE5CA4-F8B9-463C-A337-8431B29307B5}" type="datetime1">
              <a:rPr lang="zh-CN" altLang="en-US" smtClean="0"/>
              <a:t>2026/9/23</a:t>
            </a:fld>
            <a:endParaRPr lang="zh-CN" altLang="en-US"/>
          </a:p>
        </p:txBody>
      </p:sp>
      <p:sp>
        <p:nvSpPr>
          <p:cNvPr id="5" name="页脚占位符 4">
            <a:extLst>
              <a:ext uri="{FF2B5EF4-FFF2-40B4-BE49-F238E27FC236}">
                <a16:creationId xmlns:a16="http://schemas.microsoft.com/office/drawing/2014/main" id="{12A838FE-7CB3-4BFC-414B-99FDF3F16615}"/>
              </a:ext>
            </a:extLst>
          </p:cNvPr>
          <p:cNvSpPr>
            <a:spLocks noGrp="1"/>
          </p:cNvSpPr>
          <p:nvPr>
            <p:ph type="ftr" sz="quarter" idx="11"/>
          </p:nvPr>
        </p:nvSpPr>
        <p:spPr/>
        <p:txBody>
          <a:bodyPr/>
          <a:lstStyle/>
          <a:p>
            <a:r>
              <a:rPr lang="zh-CN" altLang="en-US"/>
              <a:t>软件工程实践</a:t>
            </a:r>
          </a:p>
        </p:txBody>
      </p:sp>
      <p:sp>
        <p:nvSpPr>
          <p:cNvPr id="6" name="灯片编号占位符 5">
            <a:extLst>
              <a:ext uri="{FF2B5EF4-FFF2-40B4-BE49-F238E27FC236}">
                <a16:creationId xmlns:a16="http://schemas.microsoft.com/office/drawing/2014/main" id="{88FF8ABF-F9F7-19D5-44CE-95C863DBFA4C}"/>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668569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4B483B-FC2E-ABD9-BF22-1D41341F6713}"/>
              </a:ext>
            </a:extLst>
          </p:cNvPr>
          <p:cNvSpPr>
            <a:spLocks noGrp="1"/>
          </p:cNvSpPr>
          <p:nvPr>
            <p:ph idx="1"/>
          </p:nvPr>
        </p:nvSpPr>
        <p:spPr>
          <a:xfrm>
            <a:off x="838200" y="1540933"/>
            <a:ext cx="10515600" cy="463603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标题 8">
            <a:extLst>
              <a:ext uri="{FF2B5EF4-FFF2-40B4-BE49-F238E27FC236}">
                <a16:creationId xmlns:a16="http://schemas.microsoft.com/office/drawing/2014/main" id="{CAAF27E6-0DE1-5C7C-D7F6-31AD0F53C2A2}"/>
              </a:ext>
            </a:extLst>
          </p:cNvPr>
          <p:cNvSpPr>
            <a:spLocks noGrp="1"/>
          </p:cNvSpPr>
          <p:nvPr>
            <p:ph type="title"/>
          </p:nvPr>
        </p:nvSpPr>
        <p:spPr/>
        <p:txBody>
          <a:bodyPr/>
          <a:lstStyle/>
          <a:p>
            <a:r>
              <a:rPr lang="zh-CN" altLang="en-US"/>
              <a:t>单击此处编辑母版标题样式</a:t>
            </a:r>
          </a:p>
        </p:txBody>
      </p:sp>
      <p:sp>
        <p:nvSpPr>
          <p:cNvPr id="10" name="日期占位符 9">
            <a:extLst>
              <a:ext uri="{FF2B5EF4-FFF2-40B4-BE49-F238E27FC236}">
                <a16:creationId xmlns:a16="http://schemas.microsoft.com/office/drawing/2014/main" id="{13CDDD80-6AF5-1769-4FC8-3F287C5C653B}"/>
              </a:ext>
            </a:extLst>
          </p:cNvPr>
          <p:cNvSpPr>
            <a:spLocks noGrp="1"/>
          </p:cNvSpPr>
          <p:nvPr>
            <p:ph type="dt" sz="half" idx="10"/>
          </p:nvPr>
        </p:nvSpPr>
        <p:spPr/>
        <p:txBody>
          <a:bodyPr/>
          <a:lstStyle/>
          <a:p>
            <a:fld id="{9E8C0C45-8306-4019-8B11-4AC3BFD5B435}" type="datetime1">
              <a:rPr lang="zh-CN" altLang="en-US" smtClean="0"/>
              <a:t>2026/9/23</a:t>
            </a:fld>
            <a:endParaRPr lang="zh-CN" altLang="en-US"/>
          </a:p>
        </p:txBody>
      </p:sp>
      <p:sp>
        <p:nvSpPr>
          <p:cNvPr id="11" name="页脚占位符 10">
            <a:extLst>
              <a:ext uri="{FF2B5EF4-FFF2-40B4-BE49-F238E27FC236}">
                <a16:creationId xmlns:a16="http://schemas.microsoft.com/office/drawing/2014/main" id="{E2484B68-FBFF-8907-42D5-89F614D638B1}"/>
              </a:ext>
            </a:extLst>
          </p:cNvPr>
          <p:cNvSpPr>
            <a:spLocks noGrp="1"/>
          </p:cNvSpPr>
          <p:nvPr>
            <p:ph type="ftr" sz="quarter" idx="11"/>
          </p:nvPr>
        </p:nvSpPr>
        <p:spPr/>
        <p:txBody>
          <a:bodyPr/>
          <a:lstStyle/>
          <a:p>
            <a:r>
              <a:rPr lang="zh-CN" altLang="en-US"/>
              <a:t>软件工程实践</a:t>
            </a:r>
          </a:p>
        </p:txBody>
      </p:sp>
      <p:sp>
        <p:nvSpPr>
          <p:cNvPr id="12" name="灯片编号占位符 11">
            <a:extLst>
              <a:ext uri="{FF2B5EF4-FFF2-40B4-BE49-F238E27FC236}">
                <a16:creationId xmlns:a16="http://schemas.microsoft.com/office/drawing/2014/main" id="{D68F0886-BA36-1CA6-5F50-F8F80D1EB7EC}"/>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388716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E545A1-EB48-1157-8D2E-30B891CD393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DB67ABD-BFBE-5B23-B1EA-D8AE76AC84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A9F526C-9D86-D0BA-124E-315B0B9E4F71}"/>
              </a:ext>
            </a:extLst>
          </p:cNvPr>
          <p:cNvSpPr>
            <a:spLocks noGrp="1"/>
          </p:cNvSpPr>
          <p:nvPr>
            <p:ph type="dt" sz="half" idx="10"/>
          </p:nvPr>
        </p:nvSpPr>
        <p:spPr/>
        <p:txBody>
          <a:bodyPr/>
          <a:lstStyle/>
          <a:p>
            <a:fld id="{02319ACE-4D67-4365-91A0-0B2F6DEE33AA}" type="datetime1">
              <a:rPr lang="zh-CN" altLang="en-US" smtClean="0"/>
              <a:t>2026/9/23</a:t>
            </a:fld>
            <a:endParaRPr lang="zh-CN" altLang="en-US"/>
          </a:p>
        </p:txBody>
      </p:sp>
      <p:sp>
        <p:nvSpPr>
          <p:cNvPr id="5" name="页脚占位符 4">
            <a:extLst>
              <a:ext uri="{FF2B5EF4-FFF2-40B4-BE49-F238E27FC236}">
                <a16:creationId xmlns:a16="http://schemas.microsoft.com/office/drawing/2014/main" id="{682EF0FB-124B-2B81-E497-DCD55B3629AD}"/>
              </a:ext>
            </a:extLst>
          </p:cNvPr>
          <p:cNvSpPr>
            <a:spLocks noGrp="1"/>
          </p:cNvSpPr>
          <p:nvPr>
            <p:ph type="ftr" sz="quarter" idx="11"/>
          </p:nvPr>
        </p:nvSpPr>
        <p:spPr/>
        <p:txBody>
          <a:bodyPr/>
          <a:lstStyle/>
          <a:p>
            <a:r>
              <a:rPr lang="zh-CN" altLang="en-US"/>
              <a:t>软件工程实践</a:t>
            </a:r>
          </a:p>
        </p:txBody>
      </p:sp>
      <p:sp>
        <p:nvSpPr>
          <p:cNvPr id="6" name="灯片编号占位符 5">
            <a:extLst>
              <a:ext uri="{FF2B5EF4-FFF2-40B4-BE49-F238E27FC236}">
                <a16:creationId xmlns:a16="http://schemas.microsoft.com/office/drawing/2014/main" id="{30B9D2EB-929F-F66E-BEDF-8784E7C94C62}"/>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1214935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12E61E-D508-D0EA-1A21-FA2DC5CA7F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F987DA-B2C6-EB6F-F0C6-EA921FE3ED5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CB26CEE-022E-6A65-68B3-B146A3081A1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C6F93CF-8979-5A50-CB52-A5FF2519FEAE}"/>
              </a:ext>
            </a:extLst>
          </p:cNvPr>
          <p:cNvSpPr>
            <a:spLocks noGrp="1"/>
          </p:cNvSpPr>
          <p:nvPr>
            <p:ph type="dt" sz="half" idx="10"/>
          </p:nvPr>
        </p:nvSpPr>
        <p:spPr/>
        <p:txBody>
          <a:bodyPr/>
          <a:lstStyle/>
          <a:p>
            <a:fld id="{0C14C3B4-5945-40D6-B204-548D6DE14641}" type="datetime1">
              <a:rPr lang="zh-CN" altLang="en-US" smtClean="0"/>
              <a:t>2026/9/23</a:t>
            </a:fld>
            <a:endParaRPr lang="zh-CN" altLang="en-US"/>
          </a:p>
        </p:txBody>
      </p:sp>
      <p:sp>
        <p:nvSpPr>
          <p:cNvPr id="6" name="页脚占位符 5">
            <a:extLst>
              <a:ext uri="{FF2B5EF4-FFF2-40B4-BE49-F238E27FC236}">
                <a16:creationId xmlns:a16="http://schemas.microsoft.com/office/drawing/2014/main" id="{76039D27-BE1B-27F1-EA6F-46FAFAB4F679}"/>
              </a:ext>
            </a:extLst>
          </p:cNvPr>
          <p:cNvSpPr>
            <a:spLocks noGrp="1"/>
          </p:cNvSpPr>
          <p:nvPr>
            <p:ph type="ftr" sz="quarter" idx="11"/>
          </p:nvPr>
        </p:nvSpPr>
        <p:spPr/>
        <p:txBody>
          <a:bodyPr/>
          <a:lstStyle/>
          <a:p>
            <a:r>
              <a:rPr lang="zh-CN" altLang="en-US"/>
              <a:t>软件工程实践</a:t>
            </a:r>
          </a:p>
        </p:txBody>
      </p:sp>
      <p:sp>
        <p:nvSpPr>
          <p:cNvPr id="7" name="灯片编号占位符 6">
            <a:extLst>
              <a:ext uri="{FF2B5EF4-FFF2-40B4-BE49-F238E27FC236}">
                <a16:creationId xmlns:a16="http://schemas.microsoft.com/office/drawing/2014/main" id="{6460ED8A-F1EE-1CDD-C857-BB31C79422A7}"/>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504654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0339E-83F4-F80D-51E7-B106FB5C4C3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5C37695-0EFB-85E8-6B5E-0FDB69CF00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5DCEF15-2648-FA25-EED9-3564DF2B7F5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448B2C-FA09-FBB8-5C08-2763B7BCF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1B20275-3497-A3CD-0963-7538655ED3A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E3B66E9-DCEE-8B7D-2C3B-C22EC2BB81E0}"/>
              </a:ext>
            </a:extLst>
          </p:cNvPr>
          <p:cNvSpPr>
            <a:spLocks noGrp="1"/>
          </p:cNvSpPr>
          <p:nvPr>
            <p:ph type="dt" sz="half" idx="10"/>
          </p:nvPr>
        </p:nvSpPr>
        <p:spPr/>
        <p:txBody>
          <a:bodyPr/>
          <a:lstStyle/>
          <a:p>
            <a:fld id="{0782A373-77FA-47D7-8ABD-B27D00F169AD}" type="datetime1">
              <a:rPr lang="zh-CN" altLang="en-US" smtClean="0"/>
              <a:t>2026/9/23</a:t>
            </a:fld>
            <a:endParaRPr lang="zh-CN" altLang="en-US"/>
          </a:p>
        </p:txBody>
      </p:sp>
      <p:sp>
        <p:nvSpPr>
          <p:cNvPr id="8" name="页脚占位符 7">
            <a:extLst>
              <a:ext uri="{FF2B5EF4-FFF2-40B4-BE49-F238E27FC236}">
                <a16:creationId xmlns:a16="http://schemas.microsoft.com/office/drawing/2014/main" id="{A7BF35F1-D089-727D-7CB5-D5378AF13E75}"/>
              </a:ext>
            </a:extLst>
          </p:cNvPr>
          <p:cNvSpPr>
            <a:spLocks noGrp="1"/>
          </p:cNvSpPr>
          <p:nvPr>
            <p:ph type="ftr" sz="quarter" idx="11"/>
          </p:nvPr>
        </p:nvSpPr>
        <p:spPr/>
        <p:txBody>
          <a:bodyPr/>
          <a:lstStyle/>
          <a:p>
            <a:r>
              <a:rPr lang="zh-CN" altLang="en-US"/>
              <a:t>软件工程实践</a:t>
            </a:r>
          </a:p>
        </p:txBody>
      </p:sp>
      <p:sp>
        <p:nvSpPr>
          <p:cNvPr id="9" name="灯片编号占位符 8">
            <a:extLst>
              <a:ext uri="{FF2B5EF4-FFF2-40B4-BE49-F238E27FC236}">
                <a16:creationId xmlns:a16="http://schemas.microsoft.com/office/drawing/2014/main" id="{5B8D0445-D247-9AAE-B1CB-810D6FED180E}"/>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325349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4B732-94AB-2623-1FF9-BAFD4443077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9D4DBB1-E1DE-DE50-93EE-87ABD3075E18}"/>
              </a:ext>
            </a:extLst>
          </p:cNvPr>
          <p:cNvSpPr>
            <a:spLocks noGrp="1"/>
          </p:cNvSpPr>
          <p:nvPr>
            <p:ph type="dt" sz="half" idx="10"/>
          </p:nvPr>
        </p:nvSpPr>
        <p:spPr/>
        <p:txBody>
          <a:bodyPr/>
          <a:lstStyle/>
          <a:p>
            <a:fld id="{34CD4D12-F9D1-47C0-9A12-B89DD9EAF26D}" type="datetime1">
              <a:rPr lang="zh-CN" altLang="en-US" smtClean="0"/>
              <a:t>2026/9/23</a:t>
            </a:fld>
            <a:endParaRPr lang="zh-CN" altLang="en-US"/>
          </a:p>
        </p:txBody>
      </p:sp>
      <p:sp>
        <p:nvSpPr>
          <p:cNvPr id="4" name="页脚占位符 3">
            <a:extLst>
              <a:ext uri="{FF2B5EF4-FFF2-40B4-BE49-F238E27FC236}">
                <a16:creationId xmlns:a16="http://schemas.microsoft.com/office/drawing/2014/main" id="{B99A1763-A926-3BE3-33FE-74FD0D0B8E09}"/>
              </a:ext>
            </a:extLst>
          </p:cNvPr>
          <p:cNvSpPr>
            <a:spLocks noGrp="1"/>
          </p:cNvSpPr>
          <p:nvPr>
            <p:ph type="ftr" sz="quarter" idx="11"/>
          </p:nvPr>
        </p:nvSpPr>
        <p:spPr/>
        <p:txBody>
          <a:bodyPr/>
          <a:lstStyle/>
          <a:p>
            <a:r>
              <a:rPr lang="zh-CN" altLang="en-US"/>
              <a:t>软件工程实践</a:t>
            </a:r>
          </a:p>
        </p:txBody>
      </p:sp>
      <p:sp>
        <p:nvSpPr>
          <p:cNvPr id="5" name="灯片编号占位符 4">
            <a:extLst>
              <a:ext uri="{FF2B5EF4-FFF2-40B4-BE49-F238E27FC236}">
                <a16:creationId xmlns:a16="http://schemas.microsoft.com/office/drawing/2014/main" id="{082C6324-BDAB-9E21-63A5-AACD08A8951E}"/>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2869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BC6FDF5-9CC6-FC40-050D-E14EDC3EA262}"/>
              </a:ext>
            </a:extLst>
          </p:cNvPr>
          <p:cNvSpPr>
            <a:spLocks noGrp="1"/>
          </p:cNvSpPr>
          <p:nvPr>
            <p:ph type="dt" sz="half" idx="10"/>
          </p:nvPr>
        </p:nvSpPr>
        <p:spPr/>
        <p:txBody>
          <a:bodyPr/>
          <a:lstStyle/>
          <a:p>
            <a:fld id="{E45B639C-DBB3-4F4F-8304-7D6466F4EFE2}" type="datetime1">
              <a:rPr lang="zh-CN" altLang="en-US" smtClean="0"/>
              <a:t>2026/9/23</a:t>
            </a:fld>
            <a:endParaRPr lang="zh-CN" altLang="en-US"/>
          </a:p>
        </p:txBody>
      </p:sp>
      <p:sp>
        <p:nvSpPr>
          <p:cNvPr id="3" name="页脚占位符 2">
            <a:extLst>
              <a:ext uri="{FF2B5EF4-FFF2-40B4-BE49-F238E27FC236}">
                <a16:creationId xmlns:a16="http://schemas.microsoft.com/office/drawing/2014/main" id="{0016F6D5-F55F-4A72-40BD-3970B289A3B4}"/>
              </a:ext>
            </a:extLst>
          </p:cNvPr>
          <p:cNvSpPr>
            <a:spLocks noGrp="1"/>
          </p:cNvSpPr>
          <p:nvPr>
            <p:ph type="ftr" sz="quarter" idx="11"/>
          </p:nvPr>
        </p:nvSpPr>
        <p:spPr/>
        <p:txBody>
          <a:bodyPr/>
          <a:lstStyle/>
          <a:p>
            <a:r>
              <a:rPr lang="zh-CN" altLang="en-US"/>
              <a:t>软件工程实践</a:t>
            </a:r>
          </a:p>
        </p:txBody>
      </p:sp>
      <p:sp>
        <p:nvSpPr>
          <p:cNvPr id="4" name="灯片编号占位符 3">
            <a:extLst>
              <a:ext uri="{FF2B5EF4-FFF2-40B4-BE49-F238E27FC236}">
                <a16:creationId xmlns:a16="http://schemas.microsoft.com/office/drawing/2014/main" id="{7A3F0A0E-A3A9-70BD-BDF9-13CF498E4295}"/>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2904061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30012E-ADC7-9D92-567C-558DCC9DDC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85141A8-5A16-918F-81B9-47D010047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41DBCA2-A0CA-9735-5BDD-B4597AFE80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E878B7C-7EFF-6206-11A6-7B5D5E403F43}"/>
              </a:ext>
            </a:extLst>
          </p:cNvPr>
          <p:cNvSpPr>
            <a:spLocks noGrp="1"/>
          </p:cNvSpPr>
          <p:nvPr>
            <p:ph type="dt" sz="half" idx="10"/>
          </p:nvPr>
        </p:nvSpPr>
        <p:spPr/>
        <p:txBody>
          <a:bodyPr/>
          <a:lstStyle/>
          <a:p>
            <a:fld id="{2FC041A1-B167-41A6-9889-73F79C3F5F15}" type="datetime1">
              <a:rPr lang="zh-CN" altLang="en-US" smtClean="0"/>
              <a:t>2026/9/23</a:t>
            </a:fld>
            <a:endParaRPr lang="zh-CN" altLang="en-US"/>
          </a:p>
        </p:txBody>
      </p:sp>
      <p:sp>
        <p:nvSpPr>
          <p:cNvPr id="6" name="页脚占位符 5">
            <a:extLst>
              <a:ext uri="{FF2B5EF4-FFF2-40B4-BE49-F238E27FC236}">
                <a16:creationId xmlns:a16="http://schemas.microsoft.com/office/drawing/2014/main" id="{6CA032A1-C9E7-2522-172F-7703C036A6E7}"/>
              </a:ext>
            </a:extLst>
          </p:cNvPr>
          <p:cNvSpPr>
            <a:spLocks noGrp="1"/>
          </p:cNvSpPr>
          <p:nvPr>
            <p:ph type="ftr" sz="quarter" idx="11"/>
          </p:nvPr>
        </p:nvSpPr>
        <p:spPr/>
        <p:txBody>
          <a:bodyPr/>
          <a:lstStyle/>
          <a:p>
            <a:r>
              <a:rPr lang="zh-CN" altLang="en-US"/>
              <a:t>软件工程实践</a:t>
            </a:r>
          </a:p>
        </p:txBody>
      </p:sp>
      <p:sp>
        <p:nvSpPr>
          <p:cNvPr id="7" name="灯片编号占位符 6">
            <a:extLst>
              <a:ext uri="{FF2B5EF4-FFF2-40B4-BE49-F238E27FC236}">
                <a16:creationId xmlns:a16="http://schemas.microsoft.com/office/drawing/2014/main" id="{2DE07FC2-0676-EFC1-71EF-C5D71AAD7848}"/>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4099150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EBE532-3D9A-8E0E-36EF-769FC16C71E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9439108-341E-15AD-3C05-BC37EBA0A3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0B6512C-31CD-287C-786E-9CBCA1324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DAD0D75-8C2E-F7FB-0872-9297CDBBD0A0}"/>
              </a:ext>
            </a:extLst>
          </p:cNvPr>
          <p:cNvSpPr>
            <a:spLocks noGrp="1"/>
          </p:cNvSpPr>
          <p:nvPr>
            <p:ph type="dt" sz="half" idx="10"/>
          </p:nvPr>
        </p:nvSpPr>
        <p:spPr/>
        <p:txBody>
          <a:bodyPr/>
          <a:lstStyle/>
          <a:p>
            <a:fld id="{BB490D0D-5821-44D4-8C9A-063584D38F54}" type="datetime1">
              <a:rPr lang="zh-CN" altLang="en-US" smtClean="0"/>
              <a:t>2026/9/23</a:t>
            </a:fld>
            <a:endParaRPr lang="zh-CN" altLang="en-US"/>
          </a:p>
        </p:txBody>
      </p:sp>
      <p:sp>
        <p:nvSpPr>
          <p:cNvPr id="6" name="页脚占位符 5">
            <a:extLst>
              <a:ext uri="{FF2B5EF4-FFF2-40B4-BE49-F238E27FC236}">
                <a16:creationId xmlns:a16="http://schemas.microsoft.com/office/drawing/2014/main" id="{DE0C1226-4A61-C1B2-FEFD-3A263768600F}"/>
              </a:ext>
            </a:extLst>
          </p:cNvPr>
          <p:cNvSpPr>
            <a:spLocks noGrp="1"/>
          </p:cNvSpPr>
          <p:nvPr>
            <p:ph type="ftr" sz="quarter" idx="11"/>
          </p:nvPr>
        </p:nvSpPr>
        <p:spPr/>
        <p:txBody>
          <a:bodyPr/>
          <a:lstStyle/>
          <a:p>
            <a:r>
              <a:rPr lang="zh-CN" altLang="en-US"/>
              <a:t>软件工程实践</a:t>
            </a:r>
          </a:p>
        </p:txBody>
      </p:sp>
      <p:sp>
        <p:nvSpPr>
          <p:cNvPr id="7" name="灯片编号占位符 6">
            <a:extLst>
              <a:ext uri="{FF2B5EF4-FFF2-40B4-BE49-F238E27FC236}">
                <a16:creationId xmlns:a16="http://schemas.microsoft.com/office/drawing/2014/main" id="{FDF211A6-F7FC-1F6F-A07A-A72977A4CB2E}"/>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177717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5B244E-9D3C-2583-7649-5FE25B92F15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D41C52-9AD2-7E2C-9448-6BDCA84371F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A685AE-B28C-799C-1BCC-F0DC70D670D5}"/>
              </a:ext>
            </a:extLst>
          </p:cNvPr>
          <p:cNvSpPr>
            <a:spLocks noGrp="1"/>
          </p:cNvSpPr>
          <p:nvPr>
            <p:ph type="dt" sz="half" idx="10"/>
          </p:nvPr>
        </p:nvSpPr>
        <p:spPr/>
        <p:txBody>
          <a:bodyPr/>
          <a:lstStyle/>
          <a:p>
            <a:fld id="{3FD7C4A7-9CFF-464C-8A57-5B1B1EB511D9}" type="datetime1">
              <a:rPr lang="zh-CN" altLang="en-US" smtClean="0"/>
              <a:t>2026/9/23</a:t>
            </a:fld>
            <a:endParaRPr lang="zh-CN" altLang="en-US"/>
          </a:p>
        </p:txBody>
      </p:sp>
      <p:sp>
        <p:nvSpPr>
          <p:cNvPr id="5" name="页脚占位符 4">
            <a:extLst>
              <a:ext uri="{FF2B5EF4-FFF2-40B4-BE49-F238E27FC236}">
                <a16:creationId xmlns:a16="http://schemas.microsoft.com/office/drawing/2014/main" id="{064676C9-6CF3-3D64-33A4-67346DA6FE36}"/>
              </a:ext>
            </a:extLst>
          </p:cNvPr>
          <p:cNvSpPr>
            <a:spLocks noGrp="1"/>
          </p:cNvSpPr>
          <p:nvPr>
            <p:ph type="ftr" sz="quarter" idx="11"/>
          </p:nvPr>
        </p:nvSpPr>
        <p:spPr/>
        <p:txBody>
          <a:bodyPr/>
          <a:lstStyle/>
          <a:p>
            <a:r>
              <a:rPr lang="zh-CN" altLang="en-US"/>
              <a:t>软件工程实践</a:t>
            </a:r>
          </a:p>
        </p:txBody>
      </p:sp>
      <p:sp>
        <p:nvSpPr>
          <p:cNvPr id="6" name="灯片编号占位符 5">
            <a:extLst>
              <a:ext uri="{FF2B5EF4-FFF2-40B4-BE49-F238E27FC236}">
                <a16:creationId xmlns:a16="http://schemas.microsoft.com/office/drawing/2014/main" id="{4ADBF006-E318-77DA-CB34-8126091AF7A7}"/>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2310954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B2587C-85C2-CA07-7331-72A8D87206C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D71BD9F-261A-5FCA-7D20-125A83B2C44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9D696B5-CB50-EA69-CB68-7BE57342F387}"/>
              </a:ext>
            </a:extLst>
          </p:cNvPr>
          <p:cNvSpPr>
            <a:spLocks noGrp="1"/>
          </p:cNvSpPr>
          <p:nvPr>
            <p:ph type="dt" sz="half" idx="10"/>
          </p:nvPr>
        </p:nvSpPr>
        <p:spPr/>
        <p:txBody>
          <a:bodyPr/>
          <a:lstStyle/>
          <a:p>
            <a:fld id="{733AACFC-E357-47F2-9D79-E7497BD9B806}" type="datetime1">
              <a:rPr lang="zh-CN" altLang="en-US" smtClean="0"/>
              <a:t>2026/9/23</a:t>
            </a:fld>
            <a:endParaRPr lang="zh-CN" altLang="en-US"/>
          </a:p>
        </p:txBody>
      </p:sp>
      <p:sp>
        <p:nvSpPr>
          <p:cNvPr id="5" name="页脚占位符 4">
            <a:extLst>
              <a:ext uri="{FF2B5EF4-FFF2-40B4-BE49-F238E27FC236}">
                <a16:creationId xmlns:a16="http://schemas.microsoft.com/office/drawing/2014/main" id="{90D12E4F-3F17-BCE5-29A7-6CBE06CA1560}"/>
              </a:ext>
            </a:extLst>
          </p:cNvPr>
          <p:cNvSpPr>
            <a:spLocks noGrp="1"/>
          </p:cNvSpPr>
          <p:nvPr>
            <p:ph type="ftr" sz="quarter" idx="11"/>
          </p:nvPr>
        </p:nvSpPr>
        <p:spPr/>
        <p:txBody>
          <a:bodyPr/>
          <a:lstStyle/>
          <a:p>
            <a:r>
              <a:rPr lang="zh-CN" altLang="en-US"/>
              <a:t>软件工程实践</a:t>
            </a:r>
          </a:p>
        </p:txBody>
      </p:sp>
      <p:sp>
        <p:nvSpPr>
          <p:cNvPr id="6" name="灯片编号占位符 5">
            <a:extLst>
              <a:ext uri="{FF2B5EF4-FFF2-40B4-BE49-F238E27FC236}">
                <a16:creationId xmlns:a16="http://schemas.microsoft.com/office/drawing/2014/main" id="{F94FF14C-B06D-2465-A9A0-7EDE371760B6}"/>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1870958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11">
            <a:extLst>
              <a:ext uri="{FF2B5EF4-FFF2-40B4-BE49-F238E27FC236}">
                <a16:creationId xmlns:a16="http://schemas.microsoft.com/office/drawing/2014/main" id="{BA0B8A2C-13FC-5906-5453-569C23615F10}"/>
              </a:ext>
            </a:extLst>
          </p:cNvPr>
          <p:cNvSpPr>
            <a:spLocks noGrp="1" noChangeArrowheads="1"/>
          </p:cNvSpPr>
          <p:nvPr>
            <p:ph type="dt" sz="half" idx="10"/>
          </p:nvPr>
        </p:nvSpPr>
        <p:spPr>
          <a:ln/>
        </p:spPr>
        <p:txBody>
          <a:bodyPr/>
          <a:lstStyle>
            <a:lvl1pPr>
              <a:defRPr/>
            </a:lvl1pPr>
          </a:lstStyle>
          <a:p>
            <a:pPr>
              <a:defRPr/>
            </a:pPr>
            <a:fld id="{5FBAD579-F2D5-44F8-A7DA-506DEC8CA700}" type="datetime1">
              <a:rPr lang="zh-CN" altLang="en-US"/>
              <a:pPr>
                <a:defRPr/>
              </a:pPr>
              <a:t>2026/9/23</a:t>
            </a:fld>
            <a:endParaRPr lang="en-US" altLang="zh-CN"/>
          </a:p>
        </p:txBody>
      </p:sp>
      <p:sp>
        <p:nvSpPr>
          <p:cNvPr id="5" name="Rectangle 12">
            <a:extLst>
              <a:ext uri="{FF2B5EF4-FFF2-40B4-BE49-F238E27FC236}">
                <a16:creationId xmlns:a16="http://schemas.microsoft.com/office/drawing/2014/main" id="{10915749-7DBC-F641-50A9-C74C8CF6DB04}"/>
              </a:ext>
            </a:extLst>
          </p:cNvPr>
          <p:cNvSpPr>
            <a:spLocks noGrp="1" noChangeArrowheads="1"/>
          </p:cNvSpPr>
          <p:nvPr>
            <p:ph type="ftr" sz="quarter" idx="11"/>
          </p:nvPr>
        </p:nvSpPr>
        <p:spPr>
          <a:ln/>
        </p:spPr>
        <p:txBody>
          <a:bodyPr/>
          <a:lstStyle>
            <a:lvl1pPr>
              <a:defRPr/>
            </a:lvl1pPr>
          </a:lstStyle>
          <a:p>
            <a:pPr>
              <a:defRPr/>
            </a:pPr>
            <a:r>
              <a:rPr lang="zh-CN" altLang="en-US" dirty="0"/>
              <a:t>软件工程实践</a:t>
            </a:r>
          </a:p>
        </p:txBody>
      </p:sp>
      <p:sp>
        <p:nvSpPr>
          <p:cNvPr id="6" name="Rectangle 13">
            <a:extLst>
              <a:ext uri="{FF2B5EF4-FFF2-40B4-BE49-F238E27FC236}">
                <a16:creationId xmlns:a16="http://schemas.microsoft.com/office/drawing/2014/main" id="{70ECDB55-C2BD-185F-D6EF-206BDDA7AE61}"/>
              </a:ext>
            </a:extLst>
          </p:cNvPr>
          <p:cNvSpPr>
            <a:spLocks noGrp="1" noChangeArrowheads="1"/>
          </p:cNvSpPr>
          <p:nvPr>
            <p:ph type="sldNum" sz="quarter" idx="12"/>
          </p:nvPr>
        </p:nvSpPr>
        <p:spPr>
          <a:ln/>
        </p:spPr>
        <p:txBody>
          <a:bodyPr/>
          <a:lstStyle>
            <a:lvl1pPr>
              <a:defRPr/>
            </a:lvl1pPr>
          </a:lstStyle>
          <a:p>
            <a:fld id="{FE0A7BA8-5B4C-403E-B673-717C52DCBAE5}" type="slidenum">
              <a:rPr lang="zh-CN" altLang="en-US"/>
              <a:pPr/>
              <a:t>‹#›</a:t>
            </a:fld>
            <a:endParaRPr lang="en-US" altLang="zh-CN"/>
          </a:p>
        </p:txBody>
      </p:sp>
    </p:spTree>
    <p:extLst>
      <p:ext uri="{BB962C8B-B14F-4D97-AF65-F5344CB8AC3E}">
        <p14:creationId xmlns:p14="http://schemas.microsoft.com/office/powerpoint/2010/main" val="1024694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E9BA-E5D2-B78E-43C1-3F2733E8F758}"/>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ECE10D-9255-FC49-65D3-2462F6162D99}"/>
              </a:ext>
            </a:extLst>
          </p:cNvPr>
          <p:cNvSpPr>
            <a:spLocks noGrp="1"/>
          </p:cNvSpPr>
          <p:nvPr>
            <p:ph type="body"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F7C227-5CDD-2B55-C008-4552C4D47352}"/>
              </a:ext>
            </a:extLst>
          </p:cNvPr>
          <p:cNvSpPr>
            <a:spLocks noGrp="1"/>
          </p:cNvSpPr>
          <p:nvPr>
            <p:ph type="dt" sz="half" idx="10"/>
          </p:nvPr>
        </p:nvSpPr>
        <p:spPr/>
        <p:txBody>
          <a:bodyPr/>
          <a:lstStyle/>
          <a:p>
            <a:fld id="{5F6B205E-D944-4F18-9033-9CEC3C356EA2}" type="datetime1">
              <a:rPr lang="zh-CN" altLang="en-US" smtClean="0"/>
              <a:t>2026/9/23</a:t>
            </a:fld>
            <a:endParaRPr lang="zh-CN" altLang="en-US"/>
          </a:p>
        </p:txBody>
      </p:sp>
      <p:sp>
        <p:nvSpPr>
          <p:cNvPr id="5" name="Footer Placeholder 4">
            <a:extLst>
              <a:ext uri="{FF2B5EF4-FFF2-40B4-BE49-F238E27FC236}">
                <a16:creationId xmlns:a16="http://schemas.microsoft.com/office/drawing/2014/main" id="{F9A2DA56-B0A3-EB13-B496-01BED7919B7B}"/>
              </a:ext>
            </a:extLst>
          </p:cNvPr>
          <p:cNvSpPr>
            <a:spLocks noGrp="1"/>
          </p:cNvSpPr>
          <p:nvPr>
            <p:ph type="ftr" sz="quarter" idx="11"/>
          </p:nvPr>
        </p:nvSpPr>
        <p:spPr/>
        <p:txBody>
          <a:bodyPr/>
          <a:lstStyle/>
          <a:p>
            <a:r>
              <a:rPr lang="zh-CN" altLang="en-US"/>
              <a:t>软件工程实践</a:t>
            </a:r>
          </a:p>
        </p:txBody>
      </p:sp>
      <p:sp>
        <p:nvSpPr>
          <p:cNvPr id="6" name="Slide Number Placeholder 5">
            <a:extLst>
              <a:ext uri="{FF2B5EF4-FFF2-40B4-BE49-F238E27FC236}">
                <a16:creationId xmlns:a16="http://schemas.microsoft.com/office/drawing/2014/main" id="{4CDD8B93-9190-38FB-8420-B8A7BB70C7E2}"/>
              </a:ext>
            </a:extLst>
          </p:cNvPr>
          <p:cNvSpPr>
            <a:spLocks noGrp="1"/>
          </p:cNvSpPr>
          <p:nvPr>
            <p:ph type="sldNum" sz="quarter" idx="12"/>
          </p:nvPr>
        </p:nvSpPr>
        <p:spPr/>
        <p:txBody>
          <a:bodyPr/>
          <a:lstStyle/>
          <a:p>
            <a:fld id="{51ACBB36-6B10-4A46-AD7A-8806ECE7309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ECCA320-3E79-1D7E-11BC-C38B149F54FA}"/>
              </a:ext>
            </a:extLst>
          </p:cNvPr>
          <p:cNvSpPr>
            <a:spLocks noGrp="1"/>
          </p:cNvSpPr>
          <p:nvPr>
            <p:ph type="title"/>
          </p:nvPr>
        </p:nvSpPr>
        <p:spPr>
          <a:xfrm>
            <a:off x="838200" y="365126"/>
            <a:ext cx="10515600" cy="820208"/>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DF567F01-961D-92C0-2325-03B42C1858C2}"/>
              </a:ext>
            </a:extLst>
          </p:cNvPr>
          <p:cNvSpPr>
            <a:spLocks noGrp="1"/>
          </p:cNvSpPr>
          <p:nvPr>
            <p:ph type="body" idx="1"/>
          </p:nvPr>
        </p:nvSpPr>
        <p:spPr>
          <a:xfrm>
            <a:off x="838200" y="1392767"/>
            <a:ext cx="10515600" cy="478419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799B729C-10DB-7DF5-1F30-DE5F5EAA3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6B205E-D944-4F18-9033-9CEC3C356EA2}" type="datetime1">
              <a:rPr lang="zh-CN" altLang="en-US" smtClean="0"/>
              <a:t>2026/9/23</a:t>
            </a:fld>
            <a:endParaRPr lang="zh-CN" altLang="en-US"/>
          </a:p>
        </p:txBody>
      </p:sp>
      <p:sp>
        <p:nvSpPr>
          <p:cNvPr id="5" name="页脚占位符 4">
            <a:extLst>
              <a:ext uri="{FF2B5EF4-FFF2-40B4-BE49-F238E27FC236}">
                <a16:creationId xmlns:a16="http://schemas.microsoft.com/office/drawing/2014/main" id="{E08D7D31-F95F-6AAF-CE9E-88BC053FCF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zh-CN" altLang="en-US"/>
              <a:t>软件工程实践</a:t>
            </a:r>
          </a:p>
        </p:txBody>
      </p:sp>
      <p:sp>
        <p:nvSpPr>
          <p:cNvPr id="6" name="灯片编号占位符 5">
            <a:extLst>
              <a:ext uri="{FF2B5EF4-FFF2-40B4-BE49-F238E27FC236}">
                <a16:creationId xmlns:a16="http://schemas.microsoft.com/office/drawing/2014/main" id="{33697D41-037E-10EA-5732-3031BEA13E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ACBB36-6B10-4A46-AD7A-8806ECE73090}" type="slidenum">
              <a:rPr lang="zh-CN" altLang="en-US" smtClean="0"/>
              <a:t>‹#›</a:t>
            </a:fld>
            <a:endParaRPr lang="zh-CN" altLang="en-US"/>
          </a:p>
        </p:txBody>
      </p:sp>
    </p:spTree>
    <p:extLst>
      <p:ext uri="{BB962C8B-B14F-4D97-AF65-F5344CB8AC3E}">
        <p14:creationId xmlns:p14="http://schemas.microsoft.com/office/powerpoint/2010/main" val="3825605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5" r:id="rId13"/>
  </p:sldLayoutIdLst>
  <p:hf hdr="0"/>
  <p:txStyles>
    <p:titleStyle>
      <a:lvl1pPr algn="ctr" defTabSz="914400" rtl="0" eaLnBrk="1" latinLnBrk="0" hangingPunct="1">
        <a:lnSpc>
          <a:spcPct val="90000"/>
        </a:lnSpc>
        <a:spcBef>
          <a:spcPct val="0"/>
        </a:spcBef>
        <a:buNone/>
        <a:defRPr sz="4400" kern="1200">
          <a:solidFill>
            <a:schemeClr val="tx2">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xml"/><Relationship Id="rId7"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image" Target="../media/image1.png"/><Relationship Id="rId5" Type="http://schemas.openxmlformats.org/officeDocument/2006/relationships/tags" Target="../tags/tag7.xml"/><Relationship Id="rId10" Type="http://schemas.openxmlformats.org/officeDocument/2006/relationships/image" Target="../media/image4.png"/><Relationship Id="rId4" Type="http://schemas.openxmlformats.org/officeDocument/2006/relationships/tags" Target="../tags/tag6.xml"/><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11.xml"/><Relationship Id="rId7"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1.png"/><Relationship Id="rId5" Type="http://schemas.openxmlformats.org/officeDocument/2006/relationships/tags" Target="../tags/tag13.xml"/><Relationship Id="rId10" Type="http://schemas.openxmlformats.org/officeDocument/2006/relationships/image" Target="../media/image6.svg"/><Relationship Id="rId4" Type="http://schemas.openxmlformats.org/officeDocument/2006/relationships/tags" Target="../tags/tag12.xml"/><Relationship Id="rId9"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7.T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TIF"/><Relationship Id="rId2"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TIF"/><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0.TIF"/><Relationship Id="rId2" Type="http://schemas.openxmlformats.org/officeDocument/2006/relationships/image" Target="../media/image39.TIF"/><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41.TI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TI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5.png"/><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10000" name="frame-1">
            <a:extLst>
              <a:ext uri="{FF2B5EF4-FFF2-40B4-BE49-F238E27FC236}">
                <a16:creationId xmlns:a16="http://schemas.microsoft.com/office/drawing/2014/main" id="{36F69604-7A39-46FE-8609-9AF89C9DB0E4}"/>
              </a:ext>
            </a:extLst>
          </p:cNvPr>
          <p:cNvSpPr>
            <a:spLocks noGrp="1"/>
          </p:cNvSpPr>
          <p:nvPr/>
        </p:nvSpPr>
        <p:spPr>
          <a:xfrm>
            <a:off x="0" y="0"/>
            <a:ext cx="3124200" cy="5143500"/>
          </a:xfrm>
          <a:prstGeom prst="rect">
            <a:avLst/>
          </a:prstGeom>
          <a:solidFill>
            <a:srgbClr val="1F2A44"/>
          </a:solidFill>
          <a:ln w="0">
            <a:noFill/>
          </a:ln>
        </p:spPr>
      </p:sp>
      <p:sp>
        <p:nvSpPr>
          <p:cNvPr id="10001" name="frame-2">
            <a:extLst>
              <a:ext uri="{FF2B5EF4-FFF2-40B4-BE49-F238E27FC236}">
                <a16:creationId xmlns:a16="http://schemas.microsoft.com/office/drawing/2014/main" id="{522C1322-D134-4CDE-9364-C5EAB4B1764B}"/>
              </a:ext>
            </a:extLst>
          </p:cNvPr>
          <p:cNvSpPr>
            <a:spLocks noGrp="1"/>
          </p:cNvSpPr>
          <p:nvPr/>
        </p:nvSpPr>
        <p:spPr>
          <a:xfrm>
            <a:off x="419100" y="447675"/>
            <a:ext cx="2381250" cy="190500"/>
          </a:xfrm>
          <a:prstGeom prst="rect">
            <a:avLst/>
          </a:prstGeom>
          <a:noFill/>
          <a:ln w="0">
            <a:noFill/>
          </a:ln>
        </p:spPr>
        <p:txBody>
          <a:bodyPr wrap="none" lIns="0" tIns="0" rIns="0" bIns="0" anchor="ctr">
            <a:noAutofit/>
          </a:bodyPr>
          <a:lstStyle/>
          <a:p>
            <a:pPr algn="l">
              <a:defRPr sz="825" b="0">
                <a:solidFill>
                  <a:srgbClr val="B9C1D0"/>
                </a:solidFill>
                <a:latin typeface="Noto Sans SC"/>
                <a:ea typeface="Noto Sans SC"/>
                <a:cs typeface="Noto Sans SC"/>
              </a:defRPr>
            </a:pPr>
            <a:r>
              <a:rPr sz="825" b="0">
                <a:solidFill>
                  <a:srgbClr val="B9C1D0"/>
                </a:solidFill>
                <a:latin typeface="Noto Sans SC"/>
                <a:ea typeface="Noto Sans SC"/>
                <a:cs typeface="Noto Sans SC"/>
              </a:rPr>
              <a:t>FACULTY OF IT</a:t>
            </a:r>
          </a:p>
        </p:txBody>
      </p:sp>
      <p:sp>
        <p:nvSpPr>
          <p:cNvPr id="10002" name="frame-3">
            <a:extLst>
              <a:ext uri="{FF2B5EF4-FFF2-40B4-BE49-F238E27FC236}">
                <a16:creationId xmlns:a16="http://schemas.microsoft.com/office/drawing/2014/main" id="{CE37086F-6C1D-4654-B51C-B19B0548DF48}"/>
              </a:ext>
            </a:extLst>
          </p:cNvPr>
          <p:cNvSpPr>
            <a:spLocks noGrp="1"/>
          </p:cNvSpPr>
          <p:nvPr/>
        </p:nvSpPr>
        <p:spPr>
          <a:xfrm>
            <a:off x="419100" y="723900"/>
            <a:ext cx="2533650" cy="219075"/>
          </a:xfrm>
          <a:prstGeom prst="rect">
            <a:avLst/>
          </a:prstGeom>
          <a:noFill/>
          <a:ln w="0">
            <a:noFill/>
          </a:ln>
        </p:spPr>
        <p:txBody>
          <a:bodyPr wrap="none" lIns="0" tIns="0" rIns="0" bIns="0" anchor="ctr">
            <a:noAutofit/>
          </a:bodyPr>
          <a:lstStyle/>
          <a:p>
            <a:pPr algn="l">
              <a:defRPr sz="1050" b="0">
                <a:solidFill>
                  <a:srgbClr val="FFFFFF"/>
                </a:solidFill>
                <a:latin typeface="Noto Sans SC"/>
                <a:ea typeface="Noto Sans SC"/>
                <a:cs typeface="Noto Sans SC"/>
              </a:defRPr>
            </a:pPr>
            <a:r>
              <a:rPr sz="1050" b="0">
                <a:solidFill>
                  <a:srgbClr val="FFFFFF"/>
                </a:solidFill>
                <a:latin typeface="Noto Sans SC"/>
                <a:ea typeface="Noto Sans SC"/>
                <a:cs typeface="Noto Sans SC"/>
              </a:rPr>
              <a:t>SOFTWARE ENGINEERING</a:t>
            </a:r>
          </a:p>
        </p:txBody>
      </p:sp>
      <p:sp>
        <p:nvSpPr>
          <p:cNvPr id="10003" name="frame-4">
            <a:extLst>
              <a:ext uri="{FF2B5EF4-FFF2-40B4-BE49-F238E27FC236}">
                <a16:creationId xmlns:a16="http://schemas.microsoft.com/office/drawing/2014/main" id="{328155B6-AD15-482C-8A43-2A92F4F9C872}"/>
              </a:ext>
            </a:extLst>
          </p:cNvPr>
          <p:cNvSpPr>
            <a:spLocks noGrp="1"/>
          </p:cNvSpPr>
          <p:nvPr/>
        </p:nvSpPr>
        <p:spPr>
          <a:xfrm>
            <a:off x="419100" y="2428875"/>
            <a:ext cx="2476500" cy="238125"/>
          </a:xfrm>
          <a:prstGeom prst="rect">
            <a:avLst/>
          </a:prstGeom>
          <a:noFill/>
          <a:ln w="0">
            <a:noFill/>
          </a:ln>
        </p:spPr>
        <p:txBody>
          <a:bodyPr wrap="none" lIns="0" tIns="0" rIns="0" bIns="0" anchor="ctr">
            <a:noAutofit/>
          </a:bodyPr>
          <a:lstStyle/>
          <a:p>
            <a:pPr algn="l">
              <a:defRPr sz="1125" b="0">
                <a:solidFill>
                  <a:srgbClr val="FFFFFF"/>
                </a:solidFill>
                <a:latin typeface="Noto Sans SC"/>
                <a:ea typeface="Noto Sans SC"/>
                <a:cs typeface="Noto Sans SC"/>
              </a:defRPr>
            </a:pPr>
            <a:r>
              <a:rPr sz="1125" b="0">
                <a:solidFill>
                  <a:srgbClr val="FFFFFF"/>
                </a:solidFill>
                <a:latin typeface="Noto Sans SC"/>
                <a:ea typeface="Noto Sans SC"/>
                <a:cs typeface="Noto Sans SC"/>
              </a:rPr>
              <a:t>UML FOUNDATIONS</a:t>
            </a:r>
          </a:p>
        </p:txBody>
      </p:sp>
      <p:sp>
        <p:nvSpPr>
          <p:cNvPr id="10004" name="frame-5">
            <a:extLst>
              <a:ext uri="{FF2B5EF4-FFF2-40B4-BE49-F238E27FC236}">
                <a16:creationId xmlns:a16="http://schemas.microsoft.com/office/drawing/2014/main" id="{128CBE72-C7A8-4F91-A5C2-13BA228FD326}"/>
              </a:ext>
            </a:extLst>
          </p:cNvPr>
          <p:cNvSpPr>
            <a:spLocks noGrp="1"/>
          </p:cNvSpPr>
          <p:nvPr/>
        </p:nvSpPr>
        <p:spPr>
          <a:xfrm>
            <a:off x="419100" y="2705100"/>
            <a:ext cx="2524125" cy="228600"/>
          </a:xfrm>
          <a:prstGeom prst="rect">
            <a:avLst/>
          </a:prstGeom>
          <a:noFill/>
          <a:ln w="0">
            <a:noFill/>
          </a:ln>
        </p:spPr>
        <p:txBody>
          <a:bodyPr wrap="none" lIns="0" tIns="0" rIns="0" bIns="0" anchor="ctr">
            <a:noAutofit/>
          </a:bodyPr>
          <a:lstStyle/>
          <a:p>
            <a:pPr algn="l">
              <a:defRPr sz="975" b="0">
                <a:solidFill>
                  <a:srgbClr val="B9C1D0"/>
                </a:solidFill>
                <a:latin typeface="Noto Sans SC"/>
                <a:ea typeface="Noto Sans SC"/>
                <a:cs typeface="Noto Sans SC"/>
              </a:defRPr>
            </a:pPr>
            <a:r>
              <a:rPr sz="975" b="0">
                <a:solidFill>
                  <a:srgbClr val="B9C1D0"/>
                </a:solidFill>
                <a:latin typeface="Noto Sans SC"/>
                <a:ea typeface="Noto Sans SC"/>
                <a:cs typeface="Noto Sans SC"/>
              </a:rPr>
              <a:t>CONCEPTUAL MODEL</a:t>
            </a:r>
          </a:p>
        </p:txBody>
      </p:sp>
      <p:sp>
        <p:nvSpPr>
          <p:cNvPr id="10005" name="frame-6">
            <a:extLst>
              <a:ext uri="{FF2B5EF4-FFF2-40B4-BE49-F238E27FC236}">
                <a16:creationId xmlns:a16="http://schemas.microsoft.com/office/drawing/2014/main" id="{941453FE-CAAE-49B6-806D-E5751AE24488}"/>
              </a:ext>
            </a:extLst>
          </p:cNvPr>
          <p:cNvSpPr>
            <a:spLocks noGrp="1"/>
          </p:cNvSpPr>
          <p:nvPr/>
        </p:nvSpPr>
        <p:spPr>
          <a:xfrm>
            <a:off x="419100" y="4543425"/>
            <a:ext cx="2619375" cy="190500"/>
          </a:xfrm>
          <a:prstGeom prst="rect">
            <a:avLst/>
          </a:prstGeom>
          <a:noFill/>
          <a:ln w="0">
            <a:noFill/>
          </a:ln>
        </p:spPr>
        <p:txBody>
          <a:bodyPr wrap="none" lIns="0" tIns="0" rIns="0" bIns="0" anchor="ctr">
            <a:noAutofit/>
          </a:bodyPr>
          <a:lstStyle/>
          <a:p>
            <a:pPr algn="l">
              <a:defRPr sz="900" b="0">
                <a:solidFill>
                  <a:srgbClr val="B9C1D0"/>
                </a:solidFill>
                <a:latin typeface="Noto Sans SC"/>
                <a:ea typeface="Noto Sans SC"/>
                <a:cs typeface="Noto Sans SC"/>
              </a:defRPr>
            </a:pPr>
            <a:r>
              <a:rPr sz="900" b="0">
                <a:solidFill>
                  <a:srgbClr val="B9C1D0"/>
                </a:solidFill>
                <a:latin typeface="Noto Sans SC"/>
                <a:ea typeface="Noto Sans SC"/>
                <a:cs typeface="Noto Sans SC"/>
              </a:rPr>
              <a:t>华东师范大学 · 2026 秋季课程</a:t>
            </a:r>
          </a:p>
        </p:txBody>
      </p:sp>
      <p:sp>
        <p:nvSpPr>
          <p:cNvPr id="10006" name="frame-7">
            <a:extLst>
              <a:ext uri="{FF2B5EF4-FFF2-40B4-BE49-F238E27FC236}">
                <a16:creationId xmlns:a16="http://schemas.microsoft.com/office/drawing/2014/main" id="{2434AB2A-8ECF-4F71-BCFF-BB804FD249D2}"/>
              </a:ext>
            </a:extLst>
          </p:cNvPr>
          <p:cNvSpPr>
            <a:spLocks noGrp="1"/>
          </p:cNvSpPr>
          <p:nvPr/>
        </p:nvSpPr>
        <p:spPr>
          <a:xfrm>
            <a:off x="3762375" y="1200150"/>
            <a:ext cx="4857750" cy="247650"/>
          </a:xfrm>
          <a:prstGeom prst="rect">
            <a:avLst/>
          </a:prstGeom>
          <a:noFill/>
          <a:ln w="0">
            <a:noFill/>
          </a:ln>
        </p:spPr>
        <p:txBody>
          <a:bodyPr wrap="none" lIns="0" tIns="0" rIns="0" bIns="0" anchor="ctr">
            <a:noAutofit/>
          </a:bodyPr>
          <a:lstStyle/>
          <a:p>
            <a:pPr algn="l">
              <a:defRPr sz="1275" b="1">
                <a:solidFill>
                  <a:srgbClr val="A41F35"/>
                </a:solidFill>
                <a:latin typeface="Noto Sans SC"/>
                <a:ea typeface="Noto Sans SC"/>
                <a:cs typeface="Noto Sans SC"/>
              </a:defRPr>
            </a:pPr>
            <a:r>
              <a:rPr sz="1275" b="1">
                <a:solidFill>
                  <a:srgbClr val="A41F35"/>
                </a:solidFill>
                <a:latin typeface="Noto Sans SC"/>
                <a:ea typeface="Noto Sans SC"/>
                <a:cs typeface="Noto Sans SC"/>
              </a:rPr>
              <a:t>软件开发过程与技术</a:t>
            </a:r>
          </a:p>
        </p:txBody>
      </p:sp>
      <p:sp>
        <p:nvSpPr>
          <p:cNvPr id="10007" name="frame-8">
            <a:extLst>
              <a:ext uri="{FF2B5EF4-FFF2-40B4-BE49-F238E27FC236}">
                <a16:creationId xmlns:a16="http://schemas.microsoft.com/office/drawing/2014/main" id="{310D3236-570B-493B-BD8E-0662960AE3BC}"/>
              </a:ext>
            </a:extLst>
          </p:cNvPr>
          <p:cNvSpPr>
            <a:spLocks noGrp="1"/>
          </p:cNvSpPr>
          <p:nvPr/>
        </p:nvSpPr>
        <p:spPr>
          <a:xfrm>
            <a:off x="3762375" y="1895475"/>
            <a:ext cx="4762500" cy="723900"/>
          </a:xfrm>
          <a:prstGeom prst="rect">
            <a:avLst/>
          </a:prstGeom>
          <a:noFill/>
          <a:ln w="0">
            <a:noFill/>
          </a:ln>
        </p:spPr>
        <p:txBody>
          <a:bodyPr wrap="none" lIns="0" tIns="0" rIns="0" bIns="0" anchor="ctr">
            <a:noAutofit/>
          </a:bodyPr>
          <a:lstStyle/>
          <a:p>
            <a:pPr algn="l">
              <a:defRPr sz="3450" b="1">
                <a:solidFill>
                  <a:srgbClr val="1A1A1A"/>
                </a:solidFill>
                <a:latin typeface="Noto Serif SC Bold"/>
                <a:ea typeface="Noto Serif SC Bold"/>
                <a:cs typeface="Noto Serif SC Bold"/>
              </a:defRPr>
            </a:pPr>
            <a:r>
              <a:rPr sz="3450" b="1">
                <a:solidFill>
                  <a:srgbClr val="1A1A1A"/>
                </a:solidFill>
                <a:latin typeface="Noto Serif SC Bold"/>
                <a:ea typeface="Noto Serif SC Bold"/>
                <a:cs typeface="Noto Serif SC Bold"/>
              </a:rPr>
              <a:t>UML 基础</a:t>
            </a:r>
          </a:p>
        </p:txBody>
      </p:sp>
      <p:sp>
        <p:nvSpPr>
          <p:cNvPr id="10008" name="frame-9">
            <a:extLst>
              <a:ext uri="{FF2B5EF4-FFF2-40B4-BE49-F238E27FC236}">
                <a16:creationId xmlns:a16="http://schemas.microsoft.com/office/drawing/2014/main" id="{C03C2C26-5785-41CD-A51F-B1AAC3B193F2}"/>
              </a:ext>
            </a:extLst>
          </p:cNvPr>
          <p:cNvSpPr>
            <a:spLocks noGrp="1"/>
          </p:cNvSpPr>
          <p:nvPr/>
        </p:nvSpPr>
        <p:spPr>
          <a:xfrm>
            <a:off x="3762375" y="2667000"/>
            <a:ext cx="4762500" cy="552450"/>
          </a:xfrm>
          <a:prstGeom prst="rect">
            <a:avLst/>
          </a:prstGeom>
          <a:noFill/>
          <a:ln w="0">
            <a:noFill/>
          </a:ln>
        </p:spPr>
        <p:txBody>
          <a:bodyPr wrap="none" lIns="0" tIns="0" rIns="0" bIns="0" anchor="ctr">
            <a:noAutofit/>
          </a:bodyPr>
          <a:lstStyle/>
          <a:p>
            <a:pPr algn="l">
              <a:defRPr sz="2700" b="1">
                <a:solidFill>
                  <a:srgbClr val="A41F35"/>
                </a:solidFill>
                <a:latin typeface="Noto Serif SC Bold"/>
                <a:ea typeface="Noto Serif SC Bold"/>
                <a:cs typeface="Noto Serif SC Bold"/>
              </a:defRPr>
            </a:pPr>
            <a:r>
              <a:rPr sz="2700" b="1">
                <a:solidFill>
                  <a:srgbClr val="A41F35"/>
                </a:solidFill>
                <a:latin typeface="Noto Serif SC Bold"/>
                <a:ea typeface="Noto Serif SC Bold"/>
                <a:cs typeface="Noto Serif SC Bold"/>
              </a:rPr>
              <a:t>UML 的概念模型</a:t>
            </a:r>
          </a:p>
        </p:txBody>
      </p:sp>
      <p:sp>
        <p:nvSpPr>
          <p:cNvPr id="10009" name="frame-10">
            <a:extLst>
              <a:ext uri="{FF2B5EF4-FFF2-40B4-BE49-F238E27FC236}">
                <a16:creationId xmlns:a16="http://schemas.microsoft.com/office/drawing/2014/main" id="{D7F7BFBA-B5F3-41DA-9F5E-22C2A113C181}"/>
              </a:ext>
            </a:extLst>
          </p:cNvPr>
          <p:cNvSpPr>
            <a:spLocks noGrp="1"/>
          </p:cNvSpPr>
          <p:nvPr/>
        </p:nvSpPr>
        <p:spPr>
          <a:xfrm>
            <a:off x="3762375" y="3705225"/>
            <a:ext cx="4429125" cy="276225"/>
          </a:xfrm>
          <a:prstGeom prst="rect">
            <a:avLst/>
          </a:prstGeom>
          <a:noFill/>
          <a:ln w="0">
            <a:noFill/>
          </a:ln>
        </p:spPr>
        <p:txBody>
          <a:bodyPr wrap="non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肖宇</a:t>
            </a:r>
          </a:p>
        </p:txBody>
      </p:sp>
      <p:sp>
        <p:nvSpPr>
          <p:cNvPr id="10010" name="frame-11">
            <a:extLst>
              <a:ext uri="{FF2B5EF4-FFF2-40B4-BE49-F238E27FC236}">
                <a16:creationId xmlns:a16="http://schemas.microsoft.com/office/drawing/2014/main" id="{E9DD8FAB-6324-4F72-B61F-3C5E280C53B1}"/>
              </a:ext>
            </a:extLst>
          </p:cNvPr>
          <p:cNvSpPr>
            <a:spLocks noGrp="1"/>
          </p:cNvSpPr>
          <p:nvPr/>
        </p:nvSpPr>
        <p:spPr>
          <a:xfrm>
            <a:off x="3762375" y="4095750"/>
            <a:ext cx="4953000" cy="228600"/>
          </a:xfrm>
          <a:prstGeom prst="rect">
            <a:avLst/>
          </a:prstGeom>
          <a:noFill/>
          <a:ln w="0">
            <a:noFill/>
          </a:ln>
        </p:spPr>
        <p:txBody>
          <a:bodyPr wrap="none" lIns="0" tIns="0" rIns="0" bIns="0" anchor="ctr">
            <a:noAutofit/>
          </a:bodyPr>
          <a:lstStyle/>
          <a:p>
            <a:pPr algn="l">
              <a:defRPr sz="1125" b="0">
                <a:solidFill>
                  <a:srgbClr val="666666"/>
                </a:solidFill>
                <a:latin typeface="Noto Sans SC"/>
                <a:ea typeface="Noto Sans SC"/>
                <a:cs typeface="Noto Sans SC"/>
              </a:defRPr>
            </a:pPr>
            <a:r>
              <a:rPr sz="1125" b="0">
                <a:solidFill>
                  <a:srgbClr val="666666"/>
                </a:solidFill>
                <a:latin typeface="Noto Sans SC"/>
                <a:ea typeface="Noto Sans SC"/>
                <a:cs typeface="Noto Sans SC"/>
              </a:rPr>
              <a:t>yxiao@sei.ecnu.edu.cn  ·  理科楼 B209</a:t>
            </a:r>
          </a:p>
        </p:txBody>
      </p:sp>
      <p:sp>
        <p:nvSpPr>
          <p:cNvPr id="10011" name="frame-12">
            <a:extLst>
              <a:ext uri="{FF2B5EF4-FFF2-40B4-BE49-F238E27FC236}">
                <a16:creationId xmlns:a16="http://schemas.microsoft.com/office/drawing/2014/main" id="{29E6F099-015C-493A-999D-72645AD11991}"/>
              </a:ext>
            </a:extLst>
          </p:cNvPr>
          <p:cNvSpPr>
            <a:spLocks noGrp="1"/>
          </p:cNvSpPr>
          <p:nvPr/>
        </p:nvSpPr>
        <p:spPr>
          <a:xfrm>
            <a:off x="3762375" y="4391025"/>
            <a:ext cx="4714875" cy="228600"/>
          </a:xfrm>
          <a:prstGeom prst="rect">
            <a:avLst/>
          </a:prstGeom>
          <a:noFill/>
          <a:ln w="0">
            <a:noFill/>
          </a:ln>
        </p:spPr>
        <p:txBody>
          <a:bodyPr wrap="none" lIns="0" tIns="0" rIns="0" bIns="0" anchor="ctr">
            <a:noAutofit/>
          </a:bodyPr>
          <a:lstStyle/>
          <a:p>
            <a:pPr algn="l">
              <a:defRPr sz="1125" b="0">
                <a:solidFill>
                  <a:srgbClr val="666666"/>
                </a:solidFill>
                <a:latin typeface="Noto Sans SC"/>
                <a:ea typeface="Noto Sans SC"/>
                <a:cs typeface="Noto Sans SC"/>
              </a:defRPr>
            </a:pPr>
            <a:r>
              <a:rPr sz="1125" b="0">
                <a:solidFill>
                  <a:srgbClr val="666666"/>
                </a:solidFill>
                <a:latin typeface="Noto Sans SC"/>
                <a:ea typeface="Noto Sans SC"/>
                <a:cs typeface="Noto Sans SC"/>
              </a:rPr>
              <a:t>邮件或微信预约答疑时间</a:t>
            </a:r>
          </a:p>
        </p:txBody>
      </p:sp>
      <p:sp>
        <p:nvSpPr>
          <p:cNvPr id="10012" name="frame-13">
            <a:extLst>
              <a:ext uri="{FF2B5EF4-FFF2-40B4-BE49-F238E27FC236}">
                <a16:creationId xmlns:a16="http://schemas.microsoft.com/office/drawing/2014/main" id="{A36D98ED-D01F-4C3A-B4D4-20B85E423530}"/>
              </a:ext>
            </a:extLst>
          </p:cNvPr>
          <p:cNvSpPr>
            <a:spLocks noGrp="1"/>
          </p:cNvSpPr>
          <p:nvPr/>
        </p:nvSpPr>
        <p:spPr>
          <a:xfrm>
            <a:off x="7781925" y="4819650"/>
            <a:ext cx="857250" cy="161925"/>
          </a:xfrm>
          <a:prstGeom prst="rect">
            <a:avLst/>
          </a:prstGeom>
          <a:noFill/>
          <a:ln w="0">
            <a:noFill/>
          </a:ln>
        </p:spPr>
        <p:txBody>
          <a:bodyPr wrap="none" lIns="0" tIns="0" rIns="0" bIns="0" anchor="ctr">
            <a:noAutofit/>
          </a:bodyPr>
          <a:lstStyle/>
          <a:p>
            <a:pPr algn="r">
              <a:defRPr sz="825" b="0">
                <a:solidFill>
                  <a:srgbClr val="666666"/>
                </a:solidFill>
                <a:latin typeface="Noto Sans SC"/>
                <a:ea typeface="Noto Sans SC"/>
                <a:cs typeface="Noto Sans SC"/>
              </a:defRPr>
            </a:pPr>
            <a:r>
              <a:rPr sz="825" b="0">
                <a:solidFill>
                  <a:srgbClr val="666666"/>
                </a:solidFill>
                <a:latin typeface="Noto Sans SC"/>
                <a:ea typeface="Noto Sans SC"/>
                <a:cs typeface="Noto Sans SC"/>
              </a:rPr>
              <a:t>Ch2.1</a:t>
            </a:r>
          </a:p>
        </p:txBody>
      </p:sp>
      <p:pic>
        <p:nvPicPr>
          <p:cNvPr id="10013" name="Picture 10012"/>
          <p:cNvPicPr>
            <a:picLocks noChangeAspect="1"/>
          </p:cNvPicPr>
          <p:nvPr/>
        </p:nvPicPr>
        <p:blipFill>
          <a:blip r:embed="rId2"/>
          <a:stretch/>
        </p:blipFill>
        <p:spPr>
          <a:xfrm>
            <a:off x="7496175" y="347601"/>
            <a:ext cx="1171575" cy="219198"/>
          </a:xfrm>
          <a:prstGeom prst="rect">
            <a:avLst/>
          </a:prstGeom>
        </p:spPr>
      </p:pic>
    </p:spTree>
    <p:extLst>
      <p:ext uri="{BB962C8B-B14F-4D97-AF65-F5344CB8AC3E}">
        <p14:creationId xmlns:p14="http://schemas.microsoft.com/office/powerpoint/2010/main" val="1272028688"/>
      </p:ext>
    </p:extLst>
  </p:cSld>
  <p:clrMapOvr>
    <a:masterClrMapping/>
  </p:clrMapOvr>
  <mc:AlternateContent xmlns:mc="http://schemas.openxmlformats.org/markup-compatibility/2006" xmlns:p14="http://schemas.microsoft.com/office/powerpoint/2010/main">
    <mc:Choice Requires="p14">
      <p:transition spd="med" p14:dur="700" advTm="75797">
        <p:fade/>
      </p:transition>
    </mc:Choice>
    <mc:Fallback xmlns="">
      <p:transition spd="med" advTm="75797">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9"/>
        </a:solidFill>
        <a:effectLst/>
      </p:bgPr>
    </p:bg>
    <p:spTree>
      <p:nvGrpSpPr>
        <p:cNvPr id="1" name=""/>
        <p:cNvGrpSpPr/>
        <p:nvPr/>
      </p:nvGrpSpPr>
      <p:grpSpPr>
        <a:xfrm>
          <a:off x="0" y="0"/>
          <a:ext cx="0" cy="0"/>
          <a:chOff x="0" y="0"/>
          <a:chExt cx="0" cy="0"/>
        </a:xfrm>
      </p:grpSpPr>
      <p:sp>
        <p:nvSpPr>
          <p:cNvPr id="19" name="review-1">
            <a:extLst>
              <a:ext uri="{FF2B5EF4-FFF2-40B4-BE49-F238E27FC236}">
                <a16:creationId xmlns:a16="http://schemas.microsoft.com/office/drawing/2014/main" id="{17A96B03-FCA3-405D-8001-B82CF9784521}"/>
              </a:ext>
            </a:extLst>
          </p:cNvPr>
          <p:cNvSpPr>
            <a:spLocks noGrp="1"/>
          </p:cNvSpPr>
          <p:nvPr/>
        </p:nvSpPr>
        <p:spPr>
          <a:xfrm>
            <a:off x="476250" y="257175"/>
            <a:ext cx="6858000" cy="457200"/>
          </a:xfrm>
          <a:prstGeom prst="rect">
            <a:avLst/>
          </a:prstGeom>
          <a:noFill/>
          <a:ln w="0">
            <a:noFill/>
          </a:ln>
        </p:spPr>
        <p:txBody>
          <a:bodyPr wrap="squar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上节回顾：软件工程与开发过程</a:t>
            </a:r>
          </a:p>
        </p:txBody>
      </p:sp>
      <p:sp>
        <p:nvSpPr>
          <p:cNvPr id="2" name="rule-2">
            <a:extLst>
              <a:ext uri="{FF2B5EF4-FFF2-40B4-BE49-F238E27FC236}">
                <a16:creationId xmlns:a16="http://schemas.microsoft.com/office/drawing/2014/main" id="{A016C318-A602-45DC-823F-1E0AC10BD27B}"/>
              </a:ext>
            </a:extLst>
          </p:cNvPr>
          <p:cNvSpPr>
            <a:spLocks noGrp="1"/>
          </p:cNvSpPr>
          <p:nvPr/>
        </p:nvSpPr>
        <p:spPr>
          <a:xfrm>
            <a:off x="476250" y="904875"/>
            <a:ext cx="8191500" cy="7620"/>
          </a:xfrm>
          <a:prstGeom prst="rect">
            <a:avLst/>
          </a:prstGeom>
          <a:solidFill>
            <a:srgbClr val="D9D4CA"/>
          </a:solidFill>
          <a:ln w="0">
            <a:noFill/>
          </a:ln>
        </p:spPr>
      </p:sp>
      <p:sp>
        <p:nvSpPr>
          <p:cNvPr id="3" name="rule-3">
            <a:extLst>
              <a:ext uri="{FF2B5EF4-FFF2-40B4-BE49-F238E27FC236}">
                <a16:creationId xmlns:a16="http://schemas.microsoft.com/office/drawing/2014/main" id="{EAE0CA0A-C1D8-4873-9042-4874395C1FC4}"/>
              </a:ext>
            </a:extLst>
          </p:cNvPr>
          <p:cNvSpPr>
            <a:spLocks noGrp="1"/>
          </p:cNvSpPr>
          <p:nvPr/>
        </p:nvSpPr>
        <p:spPr>
          <a:xfrm>
            <a:off x="476250" y="4762500"/>
            <a:ext cx="8191500" cy="7620"/>
          </a:xfrm>
          <a:prstGeom prst="rect">
            <a:avLst/>
          </a:prstGeom>
          <a:solidFill>
            <a:srgbClr val="D9D4CA"/>
          </a:solidFill>
          <a:ln w="0">
            <a:noFill/>
          </a:ln>
        </p:spPr>
      </p:sp>
      <p:sp>
        <p:nvSpPr>
          <p:cNvPr id="4" name="review-4">
            <a:extLst>
              <a:ext uri="{FF2B5EF4-FFF2-40B4-BE49-F238E27FC236}">
                <a16:creationId xmlns:a16="http://schemas.microsoft.com/office/drawing/2014/main" id="{52BBDC8C-7DBD-4D34-A508-A1A8B8BB61F2}"/>
              </a:ext>
            </a:extLst>
          </p:cNvPr>
          <p:cNvSpPr>
            <a:spLocks noGrp="1"/>
          </p:cNvSpPr>
          <p:nvPr/>
        </p:nvSpPr>
        <p:spPr>
          <a:xfrm>
            <a:off x="476250" y="4838700"/>
            <a:ext cx="5334000" cy="161925"/>
          </a:xfrm>
          <a:prstGeom prst="rect">
            <a:avLst/>
          </a:prstGeom>
          <a:noFill/>
          <a:ln w="0">
            <a:noFill/>
          </a:ln>
        </p:spPr>
        <p:txBody>
          <a:bodyPr wrap="squar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5" name="review-5">
            <a:extLst>
              <a:ext uri="{FF2B5EF4-FFF2-40B4-BE49-F238E27FC236}">
                <a16:creationId xmlns:a16="http://schemas.microsoft.com/office/drawing/2014/main" id="{B26596B3-A146-4F32-9026-2A3C127C9D2C}"/>
              </a:ext>
            </a:extLst>
          </p:cNvPr>
          <p:cNvSpPr>
            <a:spLocks noGrp="1"/>
          </p:cNvSpPr>
          <p:nvPr/>
        </p:nvSpPr>
        <p:spPr>
          <a:xfrm>
            <a:off x="6934200" y="4829175"/>
            <a:ext cx="1733550" cy="180975"/>
          </a:xfrm>
          <a:prstGeom prst="rect">
            <a:avLst/>
          </a:prstGeom>
          <a:noFill/>
          <a:ln w="0">
            <a:noFill/>
          </a:ln>
        </p:spPr>
        <p:txBody>
          <a:bodyPr wrap="squar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02 / 38</a:t>
            </a:r>
          </a:p>
        </p:txBody>
      </p:sp>
      <p:pic>
        <p:nvPicPr>
          <p:cNvPr id="24" name="Picture 23"/>
          <p:cNvPicPr>
            <a:picLocks noChangeAspect="1"/>
          </p:cNvPicPr>
          <p:nvPr/>
        </p:nvPicPr>
        <p:blipFill>
          <a:blip r:embed="rId3"/>
          <a:stretch/>
        </p:blipFill>
        <p:spPr>
          <a:xfrm>
            <a:off x="7496175" y="347601"/>
            <a:ext cx="1171575" cy="219198"/>
          </a:xfrm>
          <a:prstGeom prst="rect">
            <a:avLst/>
          </a:prstGeom>
        </p:spPr>
      </p:pic>
      <p:sp>
        <p:nvSpPr>
          <p:cNvPr id="7" name="review-6">
            <a:extLst>
              <a:ext uri="{FF2B5EF4-FFF2-40B4-BE49-F238E27FC236}">
                <a16:creationId xmlns:a16="http://schemas.microsoft.com/office/drawing/2014/main" id="{D4EFB008-2FF4-4D5E-9518-A3B807F598A9}"/>
              </a:ext>
            </a:extLst>
          </p:cNvPr>
          <p:cNvSpPr>
            <a:spLocks noGrp="1"/>
          </p:cNvSpPr>
          <p:nvPr/>
        </p:nvSpPr>
        <p:spPr>
          <a:xfrm>
            <a:off x="495300" y="11239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软件工程</a:t>
            </a:r>
          </a:p>
        </p:txBody>
      </p:sp>
      <p:sp>
        <p:nvSpPr>
          <p:cNvPr id="8" name="review-7">
            <a:extLst>
              <a:ext uri="{FF2B5EF4-FFF2-40B4-BE49-F238E27FC236}">
                <a16:creationId xmlns:a16="http://schemas.microsoft.com/office/drawing/2014/main" id="{B55763D0-F9AB-4F6F-9887-1A53CDC1FAB9}"/>
              </a:ext>
            </a:extLst>
          </p:cNvPr>
          <p:cNvSpPr>
            <a:spLocks noGrp="1"/>
          </p:cNvSpPr>
          <p:nvPr/>
        </p:nvSpPr>
        <p:spPr>
          <a:xfrm>
            <a:off x="2476500" y="11239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系统化、规范化、可度量的方法，</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支持软件的开发、运行与维护。</a:t>
            </a:r>
          </a:p>
        </p:txBody>
      </p:sp>
      <p:sp>
        <p:nvSpPr>
          <p:cNvPr id="9" name="rule-8">
            <a:extLst>
              <a:ext uri="{FF2B5EF4-FFF2-40B4-BE49-F238E27FC236}">
                <a16:creationId xmlns:a16="http://schemas.microsoft.com/office/drawing/2014/main" id="{A97A6BF8-D8F5-468C-95F5-125B067D15BE}"/>
              </a:ext>
            </a:extLst>
          </p:cNvPr>
          <p:cNvSpPr>
            <a:spLocks noGrp="1"/>
          </p:cNvSpPr>
          <p:nvPr/>
        </p:nvSpPr>
        <p:spPr>
          <a:xfrm>
            <a:off x="476250" y="1790700"/>
            <a:ext cx="8191500" cy="7620"/>
          </a:xfrm>
          <a:prstGeom prst="rect">
            <a:avLst/>
          </a:prstGeom>
          <a:solidFill>
            <a:srgbClr val="D9D4CA"/>
          </a:solidFill>
          <a:ln w="0">
            <a:noFill/>
          </a:ln>
        </p:spPr>
      </p:sp>
      <p:sp>
        <p:nvSpPr>
          <p:cNvPr id="10" name="review-9">
            <a:extLst>
              <a:ext uri="{FF2B5EF4-FFF2-40B4-BE49-F238E27FC236}">
                <a16:creationId xmlns:a16="http://schemas.microsoft.com/office/drawing/2014/main" id="{641D63A2-E1CE-4B32-81B0-3E2DD0E7E604}"/>
              </a:ext>
            </a:extLst>
          </p:cNvPr>
          <p:cNvSpPr>
            <a:spLocks noGrp="1"/>
          </p:cNvSpPr>
          <p:nvPr/>
        </p:nvSpPr>
        <p:spPr>
          <a:xfrm>
            <a:off x="495300" y="18478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生命周期 SDLC</a:t>
            </a:r>
          </a:p>
        </p:txBody>
      </p:sp>
      <p:sp>
        <p:nvSpPr>
          <p:cNvPr id="11" name="review-10">
            <a:extLst>
              <a:ext uri="{FF2B5EF4-FFF2-40B4-BE49-F238E27FC236}">
                <a16:creationId xmlns:a16="http://schemas.microsoft.com/office/drawing/2014/main" id="{9F590DD5-47CF-4DD2-8AAA-7136D6EC8010}"/>
              </a:ext>
            </a:extLst>
          </p:cNvPr>
          <p:cNvSpPr>
            <a:spLocks noGrp="1"/>
          </p:cNvSpPr>
          <p:nvPr/>
        </p:nvSpPr>
        <p:spPr>
          <a:xfrm>
            <a:off x="2476500" y="18478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需求、设计、实现、验证、部署与维护。</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活动可重复、交错或并行，由开发过程安排。</a:t>
            </a:r>
          </a:p>
        </p:txBody>
      </p:sp>
      <p:sp>
        <p:nvSpPr>
          <p:cNvPr id="12" name="rule-11">
            <a:extLst>
              <a:ext uri="{FF2B5EF4-FFF2-40B4-BE49-F238E27FC236}">
                <a16:creationId xmlns:a16="http://schemas.microsoft.com/office/drawing/2014/main" id="{E22463E9-ABEE-4124-A41F-102836BD8153}"/>
              </a:ext>
            </a:extLst>
          </p:cNvPr>
          <p:cNvSpPr>
            <a:spLocks noGrp="1"/>
          </p:cNvSpPr>
          <p:nvPr/>
        </p:nvSpPr>
        <p:spPr>
          <a:xfrm>
            <a:off x="476250" y="2514600"/>
            <a:ext cx="8191500" cy="7620"/>
          </a:xfrm>
          <a:prstGeom prst="rect">
            <a:avLst/>
          </a:prstGeom>
          <a:solidFill>
            <a:srgbClr val="D9D4CA"/>
          </a:solidFill>
          <a:ln w="0">
            <a:noFill/>
          </a:ln>
        </p:spPr>
      </p:sp>
      <p:sp>
        <p:nvSpPr>
          <p:cNvPr id="13" name="review-12">
            <a:extLst>
              <a:ext uri="{FF2B5EF4-FFF2-40B4-BE49-F238E27FC236}">
                <a16:creationId xmlns:a16="http://schemas.microsoft.com/office/drawing/2014/main" id="{CF4EE24B-DC10-4948-94A5-67D7D1B06159}"/>
              </a:ext>
            </a:extLst>
          </p:cNvPr>
          <p:cNvSpPr>
            <a:spLocks noGrp="1"/>
          </p:cNvSpPr>
          <p:nvPr/>
        </p:nvSpPr>
        <p:spPr>
          <a:xfrm>
            <a:off x="495300" y="25717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方法与过程</a:t>
            </a:r>
          </a:p>
        </p:txBody>
      </p:sp>
      <p:sp>
        <p:nvSpPr>
          <p:cNvPr id="14" name="review-13">
            <a:extLst>
              <a:ext uri="{FF2B5EF4-FFF2-40B4-BE49-F238E27FC236}">
                <a16:creationId xmlns:a16="http://schemas.microsoft.com/office/drawing/2014/main" id="{5523BDE7-DC40-434C-A576-76D1A663730D}"/>
              </a:ext>
            </a:extLst>
          </p:cNvPr>
          <p:cNvSpPr>
            <a:spLocks noGrp="1"/>
          </p:cNvSpPr>
          <p:nvPr/>
        </p:nvSpPr>
        <p:spPr>
          <a:xfrm>
            <a:off x="2476500" y="25717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方法帮助分析和设计，过程安排活动、评审与协作。</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关键词：瀑布、原型、迭代与增量。</a:t>
            </a:r>
          </a:p>
        </p:txBody>
      </p:sp>
      <p:sp>
        <p:nvSpPr>
          <p:cNvPr id="15" name="rule-14">
            <a:extLst>
              <a:ext uri="{FF2B5EF4-FFF2-40B4-BE49-F238E27FC236}">
                <a16:creationId xmlns:a16="http://schemas.microsoft.com/office/drawing/2014/main" id="{0434DFE2-85C0-466D-A5CE-49B4C6CFA3B7}"/>
              </a:ext>
            </a:extLst>
          </p:cNvPr>
          <p:cNvSpPr>
            <a:spLocks noGrp="1"/>
          </p:cNvSpPr>
          <p:nvPr/>
        </p:nvSpPr>
        <p:spPr>
          <a:xfrm>
            <a:off x="476250" y="3238500"/>
            <a:ext cx="8191500" cy="7620"/>
          </a:xfrm>
          <a:prstGeom prst="rect">
            <a:avLst/>
          </a:prstGeom>
          <a:solidFill>
            <a:srgbClr val="D9D4CA"/>
          </a:solidFill>
          <a:ln w="0">
            <a:noFill/>
          </a:ln>
        </p:spPr>
      </p:sp>
      <p:sp>
        <p:nvSpPr>
          <p:cNvPr id="16" name="review-15">
            <a:extLst>
              <a:ext uri="{FF2B5EF4-FFF2-40B4-BE49-F238E27FC236}">
                <a16:creationId xmlns:a16="http://schemas.microsoft.com/office/drawing/2014/main" id="{1BED8B27-4E42-4FF7-A055-31D65E0D0429}"/>
              </a:ext>
            </a:extLst>
          </p:cNvPr>
          <p:cNvSpPr>
            <a:spLocks noGrp="1"/>
          </p:cNvSpPr>
          <p:nvPr/>
        </p:nvSpPr>
        <p:spPr>
          <a:xfrm>
            <a:off x="495300" y="32956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抽象与建模</a:t>
            </a:r>
          </a:p>
        </p:txBody>
      </p:sp>
      <p:sp>
        <p:nvSpPr>
          <p:cNvPr id="17" name="review-16">
            <a:extLst>
              <a:ext uri="{FF2B5EF4-FFF2-40B4-BE49-F238E27FC236}">
                <a16:creationId xmlns:a16="http://schemas.microsoft.com/office/drawing/2014/main" id="{31D62866-A44A-4D9A-ABDB-96075562284A}"/>
              </a:ext>
            </a:extLst>
          </p:cNvPr>
          <p:cNvSpPr>
            <a:spLocks noGrp="1"/>
          </p:cNvSpPr>
          <p:nvPr/>
        </p:nvSpPr>
        <p:spPr>
          <a:xfrm>
            <a:off x="2476500" y="32956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抽象、分解、模块化、接口契约。</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用模型表达职责、关系与交互，形成可检查的产物。</a:t>
            </a:r>
          </a:p>
        </p:txBody>
      </p:sp>
      <p:sp>
        <p:nvSpPr>
          <p:cNvPr id="18" name="review-17">
            <a:extLst>
              <a:ext uri="{FF2B5EF4-FFF2-40B4-BE49-F238E27FC236}">
                <a16:creationId xmlns:a16="http://schemas.microsoft.com/office/drawing/2014/main" id="{2860E6C3-6736-43EE-870F-4EF47EFF4DF4}"/>
              </a:ext>
            </a:extLst>
          </p:cNvPr>
          <p:cNvSpPr>
            <a:spLocks noGrp="1"/>
          </p:cNvSpPr>
          <p:nvPr/>
        </p:nvSpPr>
        <p:spPr>
          <a:xfrm>
            <a:off x="495300" y="4257675"/>
            <a:ext cx="8143875" cy="371475"/>
          </a:xfrm>
          <a:prstGeom prst="rect">
            <a:avLst/>
          </a:prstGeom>
          <a:noFill/>
          <a:ln w="0">
            <a:noFill/>
          </a:ln>
        </p:spPr>
        <p:txBody>
          <a:bodyPr wrap="square" lIns="0" tIns="0" rIns="0" bIns="0" anchor="ctr">
            <a:noAutofit/>
          </a:bodyPr>
          <a:lstStyle/>
          <a:p>
            <a:pPr algn="l">
              <a:defRPr sz="1500" b="1">
                <a:solidFill>
                  <a:srgbClr val="A41F35"/>
                </a:solidFill>
                <a:latin typeface="Noto Sans SC"/>
                <a:ea typeface="Noto Sans SC"/>
                <a:cs typeface="Noto Sans SC"/>
              </a:defRPr>
            </a:pPr>
            <a:r>
              <a:rPr sz="1500" b="1">
                <a:solidFill>
                  <a:srgbClr val="A41F35"/>
                </a:solidFill>
                <a:latin typeface="Noto Sans SC"/>
                <a:ea typeface="Noto Sans SC"/>
                <a:cs typeface="Noto Sans SC"/>
              </a:rPr>
              <a:t>一起回顾：ATM 的需求、职责划分和对象交互，分别回答什么问题？</a:t>
            </a:r>
          </a:p>
        </p:txBody>
      </p:sp>
    </p:spTree>
    <p:extLst>
      <p:ext uri="{BB962C8B-B14F-4D97-AF65-F5344CB8AC3E}">
        <p14:creationId xmlns:p14="http://schemas.microsoft.com/office/powerpoint/2010/main" val="2095466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9"/>
        </a:solidFill>
        <a:effectLst/>
      </p:bgPr>
    </p:bg>
    <p:spTree>
      <p:nvGrpSpPr>
        <p:cNvPr id="1" name=""/>
        <p:cNvGrpSpPr/>
        <p:nvPr/>
      </p:nvGrpSpPr>
      <p:grpSpPr>
        <a:xfrm>
          <a:off x="0" y="0"/>
          <a:ext cx="0" cy="0"/>
          <a:chOff x="0" y="0"/>
          <a:chExt cx="0" cy="0"/>
        </a:xfrm>
      </p:grpSpPr>
      <p:sp>
        <p:nvSpPr>
          <p:cNvPr id="19" name="review-18">
            <a:extLst>
              <a:ext uri="{FF2B5EF4-FFF2-40B4-BE49-F238E27FC236}">
                <a16:creationId xmlns:a16="http://schemas.microsoft.com/office/drawing/2014/main" id="{F17A88C1-BE60-427A-A317-AA2A01B1254A}"/>
              </a:ext>
            </a:extLst>
          </p:cNvPr>
          <p:cNvSpPr>
            <a:spLocks noGrp="1"/>
          </p:cNvSpPr>
          <p:nvPr/>
        </p:nvSpPr>
        <p:spPr>
          <a:xfrm>
            <a:off x="476250" y="257175"/>
            <a:ext cx="6858000" cy="457200"/>
          </a:xfrm>
          <a:prstGeom prst="rect">
            <a:avLst/>
          </a:prstGeom>
          <a:noFill/>
          <a:ln w="0">
            <a:noFill/>
          </a:ln>
        </p:spPr>
        <p:txBody>
          <a:bodyPr wrap="squar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上节回顾：AI 协作与工程责任</a:t>
            </a:r>
          </a:p>
        </p:txBody>
      </p:sp>
      <p:sp>
        <p:nvSpPr>
          <p:cNvPr id="2" name="rule-19">
            <a:extLst>
              <a:ext uri="{FF2B5EF4-FFF2-40B4-BE49-F238E27FC236}">
                <a16:creationId xmlns:a16="http://schemas.microsoft.com/office/drawing/2014/main" id="{491EF5FF-744C-40B5-8627-D3ACDC638FF5}"/>
              </a:ext>
            </a:extLst>
          </p:cNvPr>
          <p:cNvSpPr>
            <a:spLocks noGrp="1"/>
          </p:cNvSpPr>
          <p:nvPr/>
        </p:nvSpPr>
        <p:spPr>
          <a:xfrm>
            <a:off x="476250" y="904875"/>
            <a:ext cx="8191500" cy="7620"/>
          </a:xfrm>
          <a:prstGeom prst="rect">
            <a:avLst/>
          </a:prstGeom>
          <a:solidFill>
            <a:srgbClr val="D9D4CA"/>
          </a:solidFill>
          <a:ln w="0">
            <a:noFill/>
          </a:ln>
        </p:spPr>
      </p:sp>
      <p:sp>
        <p:nvSpPr>
          <p:cNvPr id="3" name="rule-20">
            <a:extLst>
              <a:ext uri="{FF2B5EF4-FFF2-40B4-BE49-F238E27FC236}">
                <a16:creationId xmlns:a16="http://schemas.microsoft.com/office/drawing/2014/main" id="{60644BDB-EF3F-43D9-B113-6241D75639E5}"/>
              </a:ext>
            </a:extLst>
          </p:cNvPr>
          <p:cNvSpPr>
            <a:spLocks noGrp="1"/>
          </p:cNvSpPr>
          <p:nvPr/>
        </p:nvSpPr>
        <p:spPr>
          <a:xfrm>
            <a:off x="476250" y="4762500"/>
            <a:ext cx="8191500" cy="7620"/>
          </a:xfrm>
          <a:prstGeom prst="rect">
            <a:avLst/>
          </a:prstGeom>
          <a:solidFill>
            <a:srgbClr val="D9D4CA"/>
          </a:solidFill>
          <a:ln w="0">
            <a:noFill/>
          </a:ln>
        </p:spPr>
      </p:sp>
      <p:sp>
        <p:nvSpPr>
          <p:cNvPr id="4" name="review-21">
            <a:extLst>
              <a:ext uri="{FF2B5EF4-FFF2-40B4-BE49-F238E27FC236}">
                <a16:creationId xmlns:a16="http://schemas.microsoft.com/office/drawing/2014/main" id="{8492B687-DDEB-475E-915F-C5F7B6ACDD8F}"/>
              </a:ext>
            </a:extLst>
          </p:cNvPr>
          <p:cNvSpPr>
            <a:spLocks noGrp="1"/>
          </p:cNvSpPr>
          <p:nvPr/>
        </p:nvSpPr>
        <p:spPr>
          <a:xfrm>
            <a:off x="476250" y="4838700"/>
            <a:ext cx="5334000" cy="161925"/>
          </a:xfrm>
          <a:prstGeom prst="rect">
            <a:avLst/>
          </a:prstGeom>
          <a:noFill/>
          <a:ln w="0">
            <a:noFill/>
          </a:ln>
        </p:spPr>
        <p:txBody>
          <a:bodyPr wrap="squar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5" name="review-22">
            <a:extLst>
              <a:ext uri="{FF2B5EF4-FFF2-40B4-BE49-F238E27FC236}">
                <a16:creationId xmlns:a16="http://schemas.microsoft.com/office/drawing/2014/main" id="{2CFF46C4-2A79-4CFA-B2C0-ACE67CB94DA4}"/>
              </a:ext>
            </a:extLst>
          </p:cNvPr>
          <p:cNvSpPr>
            <a:spLocks noGrp="1"/>
          </p:cNvSpPr>
          <p:nvPr/>
        </p:nvSpPr>
        <p:spPr>
          <a:xfrm>
            <a:off x="6934200" y="4829175"/>
            <a:ext cx="1733550" cy="180975"/>
          </a:xfrm>
          <a:prstGeom prst="rect">
            <a:avLst/>
          </a:prstGeom>
          <a:noFill/>
          <a:ln w="0">
            <a:noFill/>
          </a:ln>
        </p:spPr>
        <p:txBody>
          <a:bodyPr wrap="squar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03 / 38</a:t>
            </a:r>
          </a:p>
        </p:txBody>
      </p:sp>
      <p:pic>
        <p:nvPicPr>
          <p:cNvPr id="24" name="Picture 23"/>
          <p:cNvPicPr>
            <a:picLocks noChangeAspect="1"/>
          </p:cNvPicPr>
          <p:nvPr/>
        </p:nvPicPr>
        <p:blipFill>
          <a:blip r:embed="rId3"/>
          <a:stretch/>
        </p:blipFill>
        <p:spPr>
          <a:xfrm>
            <a:off x="7496175" y="347601"/>
            <a:ext cx="1171575" cy="219198"/>
          </a:xfrm>
          <a:prstGeom prst="rect">
            <a:avLst/>
          </a:prstGeom>
        </p:spPr>
      </p:pic>
      <p:sp>
        <p:nvSpPr>
          <p:cNvPr id="7" name="review-23">
            <a:extLst>
              <a:ext uri="{FF2B5EF4-FFF2-40B4-BE49-F238E27FC236}">
                <a16:creationId xmlns:a16="http://schemas.microsoft.com/office/drawing/2014/main" id="{AEDE1103-5238-49C6-BB40-FC8F5994336E}"/>
              </a:ext>
            </a:extLst>
          </p:cNvPr>
          <p:cNvSpPr>
            <a:spLocks noGrp="1"/>
          </p:cNvSpPr>
          <p:nvPr/>
        </p:nvSpPr>
        <p:spPr>
          <a:xfrm>
            <a:off x="495300" y="11239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AI4SE 与 SE4AI</a:t>
            </a:r>
          </a:p>
        </p:txBody>
      </p:sp>
      <p:sp>
        <p:nvSpPr>
          <p:cNvPr id="8" name="review-24">
            <a:extLst>
              <a:ext uri="{FF2B5EF4-FFF2-40B4-BE49-F238E27FC236}">
                <a16:creationId xmlns:a16="http://schemas.microsoft.com/office/drawing/2014/main" id="{39B9F7C5-AF9A-4A1A-BAB8-8C8743AAF992}"/>
              </a:ext>
            </a:extLst>
          </p:cNvPr>
          <p:cNvSpPr>
            <a:spLocks noGrp="1"/>
          </p:cNvSpPr>
          <p:nvPr/>
        </p:nvSpPr>
        <p:spPr>
          <a:xfrm>
            <a:off x="2476500" y="11239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AI4SE：用 AI 支持软件研发。</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SE4AI：开发含 AI 能力的软件，两类工作可以交叉。</a:t>
            </a:r>
          </a:p>
        </p:txBody>
      </p:sp>
      <p:sp>
        <p:nvSpPr>
          <p:cNvPr id="9" name="rule-25">
            <a:extLst>
              <a:ext uri="{FF2B5EF4-FFF2-40B4-BE49-F238E27FC236}">
                <a16:creationId xmlns:a16="http://schemas.microsoft.com/office/drawing/2014/main" id="{A9CEB571-D22C-4444-A344-D497ECC78ACF}"/>
              </a:ext>
            </a:extLst>
          </p:cNvPr>
          <p:cNvSpPr>
            <a:spLocks noGrp="1"/>
          </p:cNvSpPr>
          <p:nvPr/>
        </p:nvSpPr>
        <p:spPr>
          <a:xfrm>
            <a:off x="476250" y="1790700"/>
            <a:ext cx="8191500" cy="7620"/>
          </a:xfrm>
          <a:prstGeom prst="rect">
            <a:avLst/>
          </a:prstGeom>
          <a:solidFill>
            <a:srgbClr val="D9D4CA"/>
          </a:solidFill>
          <a:ln w="0">
            <a:noFill/>
          </a:ln>
        </p:spPr>
      </p:sp>
      <p:sp>
        <p:nvSpPr>
          <p:cNvPr id="10" name="review-26">
            <a:extLst>
              <a:ext uri="{FF2B5EF4-FFF2-40B4-BE49-F238E27FC236}">
                <a16:creationId xmlns:a16="http://schemas.microsoft.com/office/drawing/2014/main" id="{8BFF9BAF-A4E7-48B9-AAD3-A182FC8C5BBC}"/>
              </a:ext>
            </a:extLst>
          </p:cNvPr>
          <p:cNvSpPr>
            <a:spLocks noGrp="1"/>
          </p:cNvSpPr>
          <p:nvPr/>
        </p:nvSpPr>
        <p:spPr>
          <a:xfrm>
            <a:off x="495300" y="18478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Vibe Coding</a:t>
            </a:r>
          </a:p>
        </p:txBody>
      </p:sp>
      <p:sp>
        <p:nvSpPr>
          <p:cNvPr id="11" name="review-27">
            <a:extLst>
              <a:ext uri="{FF2B5EF4-FFF2-40B4-BE49-F238E27FC236}">
                <a16:creationId xmlns:a16="http://schemas.microsoft.com/office/drawing/2014/main" id="{AA8493A5-F728-4BA9-BB87-6710D709281F}"/>
              </a:ext>
            </a:extLst>
          </p:cNvPr>
          <p:cNvSpPr>
            <a:spLocks noGrp="1"/>
          </p:cNvSpPr>
          <p:nvPr/>
        </p:nvSpPr>
        <p:spPr>
          <a:xfrm>
            <a:off x="2476500" y="18478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通过自然语言快速试探，主要依据运行感受调整。</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用于探索和原型，交付前仍需审查与验证。</a:t>
            </a:r>
          </a:p>
        </p:txBody>
      </p:sp>
      <p:sp>
        <p:nvSpPr>
          <p:cNvPr id="12" name="rule-28">
            <a:extLst>
              <a:ext uri="{FF2B5EF4-FFF2-40B4-BE49-F238E27FC236}">
                <a16:creationId xmlns:a16="http://schemas.microsoft.com/office/drawing/2014/main" id="{AE82DD3E-F8A1-4C73-B5D2-96A29814AE84}"/>
              </a:ext>
            </a:extLst>
          </p:cNvPr>
          <p:cNvSpPr>
            <a:spLocks noGrp="1"/>
          </p:cNvSpPr>
          <p:nvPr/>
        </p:nvSpPr>
        <p:spPr>
          <a:xfrm>
            <a:off x="476250" y="2514600"/>
            <a:ext cx="8191500" cy="7620"/>
          </a:xfrm>
          <a:prstGeom prst="rect">
            <a:avLst/>
          </a:prstGeom>
          <a:solidFill>
            <a:srgbClr val="D9D4CA"/>
          </a:solidFill>
          <a:ln w="0">
            <a:noFill/>
          </a:ln>
        </p:spPr>
      </p:sp>
      <p:sp>
        <p:nvSpPr>
          <p:cNvPr id="13" name="review-29">
            <a:extLst>
              <a:ext uri="{FF2B5EF4-FFF2-40B4-BE49-F238E27FC236}">
                <a16:creationId xmlns:a16="http://schemas.microsoft.com/office/drawing/2014/main" id="{B3D34A42-01E6-4127-9C6A-0A784FFC7287}"/>
              </a:ext>
            </a:extLst>
          </p:cNvPr>
          <p:cNvSpPr>
            <a:spLocks noGrp="1"/>
          </p:cNvSpPr>
          <p:nvPr/>
        </p:nvSpPr>
        <p:spPr>
          <a:xfrm>
            <a:off x="495300" y="25717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Agent 与 Harness</a:t>
            </a:r>
          </a:p>
        </p:txBody>
      </p:sp>
      <p:sp>
        <p:nvSpPr>
          <p:cNvPr id="14" name="review-30">
            <a:extLst>
              <a:ext uri="{FF2B5EF4-FFF2-40B4-BE49-F238E27FC236}">
                <a16:creationId xmlns:a16="http://schemas.microsoft.com/office/drawing/2014/main" id="{5F43A93F-DCF0-4671-A5B9-55C33582764B}"/>
              </a:ext>
            </a:extLst>
          </p:cNvPr>
          <p:cNvSpPr>
            <a:spLocks noGrp="1"/>
          </p:cNvSpPr>
          <p:nvPr/>
        </p:nvSpPr>
        <p:spPr>
          <a:xfrm>
            <a:off x="2476500" y="25717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Agent 根据观察选择动作，工具返回执行结果。</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Harness 提供上下文、权限、反馈及停止与接管机制。</a:t>
            </a:r>
          </a:p>
        </p:txBody>
      </p:sp>
      <p:sp>
        <p:nvSpPr>
          <p:cNvPr id="15" name="rule-31">
            <a:extLst>
              <a:ext uri="{FF2B5EF4-FFF2-40B4-BE49-F238E27FC236}">
                <a16:creationId xmlns:a16="http://schemas.microsoft.com/office/drawing/2014/main" id="{1081441A-489C-4126-9F78-457B2F63061A}"/>
              </a:ext>
            </a:extLst>
          </p:cNvPr>
          <p:cNvSpPr>
            <a:spLocks noGrp="1"/>
          </p:cNvSpPr>
          <p:nvPr/>
        </p:nvSpPr>
        <p:spPr>
          <a:xfrm>
            <a:off x="476250" y="3238500"/>
            <a:ext cx="8191500" cy="7620"/>
          </a:xfrm>
          <a:prstGeom prst="rect">
            <a:avLst/>
          </a:prstGeom>
          <a:solidFill>
            <a:srgbClr val="D9D4CA"/>
          </a:solidFill>
          <a:ln w="0">
            <a:noFill/>
          </a:ln>
        </p:spPr>
      </p:sp>
      <p:sp>
        <p:nvSpPr>
          <p:cNvPr id="16" name="review-32">
            <a:extLst>
              <a:ext uri="{FF2B5EF4-FFF2-40B4-BE49-F238E27FC236}">
                <a16:creationId xmlns:a16="http://schemas.microsoft.com/office/drawing/2014/main" id="{FB01440B-C436-4C2B-97C2-A499FEBB7B4B}"/>
              </a:ext>
            </a:extLst>
          </p:cNvPr>
          <p:cNvSpPr>
            <a:spLocks noGrp="1"/>
          </p:cNvSpPr>
          <p:nvPr/>
        </p:nvSpPr>
        <p:spPr>
          <a:xfrm>
            <a:off x="495300" y="32956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独立验证与责任</a:t>
            </a:r>
          </a:p>
        </p:txBody>
      </p:sp>
      <p:sp>
        <p:nvSpPr>
          <p:cNvPr id="17" name="review-33">
            <a:extLst>
              <a:ext uri="{FF2B5EF4-FFF2-40B4-BE49-F238E27FC236}">
                <a16:creationId xmlns:a16="http://schemas.microsoft.com/office/drawing/2014/main" id="{C68D196D-1668-4E0A-97A7-ED760C408E1C}"/>
              </a:ext>
            </a:extLst>
          </p:cNvPr>
          <p:cNvSpPr>
            <a:spLocks noGrp="1"/>
          </p:cNvSpPr>
          <p:nvPr/>
        </p:nvSpPr>
        <p:spPr>
          <a:xfrm>
            <a:off x="2476500" y="32956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先确认规则与预期，再检查代码和实际执行结果。</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人负责采纳与取舍，基础开发和测试能力仍然必要。</a:t>
            </a:r>
          </a:p>
        </p:txBody>
      </p:sp>
      <p:sp>
        <p:nvSpPr>
          <p:cNvPr id="18" name="review-34">
            <a:extLst>
              <a:ext uri="{FF2B5EF4-FFF2-40B4-BE49-F238E27FC236}">
                <a16:creationId xmlns:a16="http://schemas.microsoft.com/office/drawing/2014/main" id="{ADC853A3-4EBC-4444-B567-A52FB6B33251}"/>
              </a:ext>
            </a:extLst>
          </p:cNvPr>
          <p:cNvSpPr>
            <a:spLocks noGrp="1"/>
          </p:cNvSpPr>
          <p:nvPr/>
        </p:nvSpPr>
        <p:spPr>
          <a:xfrm>
            <a:off x="495300" y="4257675"/>
            <a:ext cx="8143875" cy="371475"/>
          </a:xfrm>
          <a:prstGeom prst="rect">
            <a:avLst/>
          </a:prstGeom>
          <a:noFill/>
          <a:ln w="0">
            <a:noFill/>
          </a:ln>
        </p:spPr>
        <p:txBody>
          <a:bodyPr wrap="square" lIns="0" tIns="0" rIns="0" bIns="0" anchor="ctr">
            <a:noAutofit/>
          </a:bodyPr>
          <a:lstStyle/>
          <a:p>
            <a:pPr algn="l">
              <a:defRPr sz="1500" b="1">
                <a:solidFill>
                  <a:srgbClr val="A41F35"/>
                </a:solidFill>
                <a:latin typeface="Noto Sans SC"/>
                <a:ea typeface="Noto Sans SC"/>
                <a:cs typeface="Noto Sans SC"/>
              </a:defRPr>
            </a:pPr>
            <a:r>
              <a:rPr sz="1500" b="1" dirty="0" err="1">
                <a:solidFill>
                  <a:srgbClr val="A41F35"/>
                </a:solidFill>
                <a:latin typeface="Noto Sans SC"/>
                <a:ea typeface="Noto Sans SC"/>
                <a:cs typeface="Noto Sans SC"/>
              </a:rPr>
              <a:t>一起回顾：AI</a:t>
            </a:r>
            <a:r>
              <a:rPr sz="1500" b="1" dirty="0">
                <a:solidFill>
                  <a:srgbClr val="A41F35"/>
                </a:solidFill>
                <a:latin typeface="Noto Sans SC"/>
                <a:ea typeface="Noto Sans SC"/>
                <a:cs typeface="Noto Sans SC"/>
              </a:rPr>
              <a:t> </a:t>
            </a:r>
            <a:r>
              <a:rPr sz="1500" b="1" dirty="0" err="1">
                <a:solidFill>
                  <a:srgbClr val="A41F35"/>
                </a:solidFill>
                <a:latin typeface="Noto Sans SC"/>
                <a:ea typeface="Noto Sans SC"/>
                <a:cs typeface="Noto Sans SC"/>
              </a:rPr>
              <a:t>生成的类图看起来合理，依据什么判断它可以采用</a:t>
            </a:r>
            <a:r>
              <a:rPr sz="1500" b="1" dirty="0">
                <a:solidFill>
                  <a:srgbClr val="A41F35"/>
                </a:solidFill>
                <a:latin typeface="Noto Sans SC"/>
                <a:ea typeface="Noto Sans SC"/>
                <a:cs typeface="Noto Sans SC"/>
              </a:rPr>
              <a:t>？</a:t>
            </a:r>
          </a:p>
        </p:txBody>
      </p:sp>
    </p:spTree>
    <p:extLst>
      <p:ext uri="{BB962C8B-B14F-4D97-AF65-F5344CB8AC3E}">
        <p14:creationId xmlns:p14="http://schemas.microsoft.com/office/powerpoint/2010/main" val="685031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0217E1-EAB7-F94C-BADA-641A12DA6F65}"/>
              </a:ext>
            </a:extLst>
          </p:cNvPr>
          <p:cNvSpPr>
            <a:spLocks noGrp="1"/>
          </p:cNvSpPr>
          <p:nvPr/>
        </p:nvSpPr>
        <p:spPr>
          <a:xfrm>
            <a:off x="800700" y="1076325"/>
            <a:ext cx="7542599" cy="3325318"/>
          </a:xfrm>
        </p:spPr>
        <p:txBody>
          <a:bodyPr lIns="65588" tIns="32794" rIns="65588" bIns="32794">
            <a:noAutofit/>
          </a:bodyPr>
          <a:lstStyle/>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tx1"/>
                </a:solidFill>
                <a:latin typeface="Noto Sans SC"/>
                <a:ea typeface="Noto Sans SC"/>
                <a:cs typeface="Noto Sans SC"/>
              </a:rPr>
              <a:t>UML</a:t>
            </a:r>
            <a:r>
              <a:rPr lang="zh-CN" altLang="en-US" sz="1858" kern="1200" dirty="0">
                <a:solidFill>
                  <a:schemeClr val="tx1"/>
                </a:solidFill>
                <a:latin typeface="Noto Sans SC"/>
                <a:ea typeface="Noto Sans SC"/>
                <a:cs typeface="Noto Sans SC"/>
              </a:rPr>
              <a:t>的概念结构</a:t>
            </a:r>
            <a:r>
              <a:rPr lang="en-US" altLang="zh-CN" sz="1858" kern="1200" baseline="30000" dirty="0">
                <a:solidFill>
                  <a:schemeClr val="tx2">
                    <a:lumMod val="75000"/>
                    <a:lumOff val="25000"/>
                  </a:schemeClr>
                </a:solidFill>
                <a:latin typeface="Noto Sans SC"/>
                <a:ea typeface="Noto Sans SC"/>
                <a:cs typeface="Noto Sans SC"/>
              </a:rPr>
              <a:t>[1]</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en-US" altLang="zh-CN" sz="1592" kern="1200" dirty="0">
                <a:solidFill>
                  <a:schemeClr val="tx1"/>
                </a:solidFill>
                <a:latin typeface="Noto Sans SC"/>
                <a:ea typeface="Noto Sans SC"/>
                <a:cs typeface="Noto Sans SC"/>
              </a:rPr>
              <a:t>UML</a:t>
            </a:r>
            <a:r>
              <a:rPr lang="zh-CN" altLang="en-US" sz="1592" kern="1200" dirty="0">
                <a:solidFill>
                  <a:schemeClr val="tx1"/>
                </a:solidFill>
                <a:latin typeface="Noto Sans SC"/>
                <a:ea typeface="Noto Sans SC"/>
                <a:cs typeface="Noto Sans SC"/>
              </a:rPr>
              <a:t>构造块、规则和公共机制</a:t>
            </a: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tx1"/>
                </a:solidFill>
                <a:latin typeface="Noto Sans SC"/>
                <a:ea typeface="Noto Sans SC"/>
                <a:cs typeface="Noto Sans SC"/>
              </a:rPr>
              <a:t>UML</a:t>
            </a:r>
            <a:r>
              <a:rPr lang="zh-CN" altLang="en-US" sz="1858" kern="1200" dirty="0">
                <a:solidFill>
                  <a:schemeClr val="tx1"/>
                </a:solidFill>
                <a:latin typeface="Noto Sans SC"/>
                <a:ea typeface="Noto Sans SC"/>
                <a:cs typeface="Noto Sans SC"/>
              </a:rPr>
              <a:t>的用例图</a:t>
            </a:r>
            <a:r>
              <a:rPr lang="en-US" altLang="zh-CN" sz="1858" kern="1200" dirty="0">
                <a:solidFill>
                  <a:srgbClr val="A41F35"/>
                </a:solidFill>
                <a:latin typeface="Noto Sans SC"/>
                <a:ea typeface="Noto Sans SC"/>
                <a:cs typeface="Noto Sans SC"/>
              </a:rPr>
              <a:t>*</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tx1"/>
                </a:solidFill>
                <a:latin typeface="Noto Sans SC"/>
                <a:ea typeface="Noto Sans SC"/>
                <a:cs typeface="Noto Sans SC"/>
              </a:rPr>
              <a:t>用例图基础</a:t>
            </a:r>
            <a:endParaRPr lang="en-US" altLang="zh-CN" sz="1592"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tx1"/>
                </a:solidFill>
                <a:latin typeface="Noto Sans SC"/>
                <a:ea typeface="Noto Sans SC"/>
                <a:cs typeface="Noto Sans SC"/>
              </a:rPr>
              <a:t>业务用例图、概念用例图、系统用例图</a:t>
            </a: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tx1"/>
                </a:solidFill>
                <a:latin typeface="Noto Sans SC"/>
                <a:ea typeface="Noto Sans SC"/>
                <a:cs typeface="Noto Sans SC"/>
              </a:rPr>
              <a:t>UML</a:t>
            </a:r>
            <a:r>
              <a:rPr lang="zh-CN" altLang="en-US" sz="1858" kern="1200" dirty="0">
                <a:solidFill>
                  <a:schemeClr val="tx1"/>
                </a:solidFill>
                <a:latin typeface="Noto Sans SC"/>
                <a:ea typeface="Noto Sans SC"/>
                <a:cs typeface="Noto Sans SC"/>
              </a:rPr>
              <a:t>的类图</a:t>
            </a:r>
            <a:r>
              <a:rPr lang="en-US" altLang="zh-CN" sz="1858" kern="1200" dirty="0">
                <a:solidFill>
                  <a:srgbClr val="A41F35"/>
                </a:solidFill>
                <a:latin typeface="Noto Sans SC"/>
                <a:ea typeface="Noto Sans SC"/>
                <a:cs typeface="Noto Sans SC"/>
              </a:rPr>
              <a:t>*</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tx1"/>
                </a:solidFill>
                <a:latin typeface="Noto Sans SC"/>
                <a:ea typeface="Noto Sans SC"/>
                <a:cs typeface="Noto Sans SC"/>
              </a:rPr>
              <a:t>类图基础</a:t>
            </a:r>
            <a:endParaRPr lang="en-US" altLang="zh-CN" sz="1592"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tx1"/>
                </a:solidFill>
                <a:latin typeface="Noto Sans SC"/>
                <a:ea typeface="Noto Sans SC"/>
                <a:cs typeface="Noto Sans SC"/>
              </a:rPr>
              <a:t>概念层类图、说明层类图、实现层类图</a:t>
            </a: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tx1"/>
                </a:solidFill>
                <a:latin typeface="Noto Sans SC"/>
                <a:ea typeface="Noto Sans SC"/>
                <a:cs typeface="Noto Sans SC"/>
              </a:rPr>
              <a:t>UML</a:t>
            </a:r>
            <a:r>
              <a:rPr lang="zh-CN" altLang="en-US" sz="1858" kern="1200" dirty="0">
                <a:solidFill>
                  <a:schemeClr val="tx1"/>
                </a:solidFill>
                <a:latin typeface="Noto Sans SC"/>
                <a:ea typeface="Noto Sans SC"/>
                <a:cs typeface="Noto Sans SC"/>
              </a:rPr>
              <a:t>的其它图</a:t>
            </a:r>
            <a:endParaRPr lang="en-US" altLang="zh-CN" sz="1858"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tx1"/>
                </a:solidFill>
                <a:latin typeface="Noto Sans SC"/>
                <a:ea typeface="Noto Sans SC"/>
                <a:cs typeface="Noto Sans SC"/>
              </a:rPr>
              <a:t>包图、活动图、顺序图、状态图、协作图、部署图</a:t>
            </a:r>
            <a:endParaRPr lang="en-US" altLang="zh-CN" sz="1592"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endParaRPr lang="en-US" altLang="zh-CN" sz="1592"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en-US" altLang="zh-CN" sz="1858"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en-US" altLang="zh-CN" sz="1858"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zh-CN" altLang="en-US" sz="1858" kern="1200" dirty="0">
              <a:solidFill>
                <a:schemeClr val="tx1"/>
              </a:solidFill>
              <a:latin typeface="Noto Sans SC"/>
              <a:ea typeface="Noto Sans SC"/>
              <a:cs typeface="Noto Sans SC"/>
            </a:endParaRPr>
          </a:p>
        </p:txBody>
      </p:sp>
      <p:pic>
        <p:nvPicPr>
          <p:cNvPr id="8" name="图形 7">
            <a:extLst>
              <a:ext uri="{FF2B5EF4-FFF2-40B4-BE49-F238E27FC236}">
                <a16:creationId xmlns:a16="http://schemas.microsoft.com/office/drawing/2014/main" id="{0D2EFA72-0DEE-010C-5157-1D6915FFBD72}"/>
              </a:ext>
            </a:extLst>
          </p:cNvPr>
          <p:cNvPicPr>
            <a:picLocks noChangeAspect="1"/>
          </p:cNvPicPr>
          <p:nvPr>
            <p:custDataLst>
              <p:tags r:id="rId1"/>
            </p:custDataLst>
          </p:nvPr>
        </p:nvPicPr>
        <p:blipFill>
          <a:blip>
            <a:extLst>
              <a:ext uri="{96DAC541-7B7A-43D3-8B79-37D633B846F1}">
                <asvg:svgBlip xmlns:asvg="http://schemas.microsoft.com/office/drawing/2016/SVG/main" r:embed="rId3"/>
              </a:ext>
            </a:extLst>
          </a:blip>
          <a:stretch>
            <a:fillRect/>
          </a:stretch>
        </p:blipFill>
        <p:spPr>
          <a:xfrm>
            <a:off x="7201363" y="3015458"/>
            <a:ext cx="1141937" cy="1076623"/>
          </a:xfrm>
          <a:prstGeom prst="rect">
            <a:avLst/>
          </a:prstGeom>
        </p:spPr>
      </p:pic>
      <p:sp>
        <p:nvSpPr>
          <p:cNvPr id="7" name="文本框 6">
            <a:extLst>
              <a:ext uri="{FF2B5EF4-FFF2-40B4-BE49-F238E27FC236}">
                <a16:creationId xmlns:a16="http://schemas.microsoft.com/office/drawing/2014/main" id="{0F388F43-9D21-2723-8001-7E04F912EFF7}"/>
              </a:ext>
            </a:extLst>
          </p:cNvPr>
          <p:cNvSpPr txBox="1"/>
          <p:nvPr/>
        </p:nvSpPr>
        <p:spPr>
          <a:xfrm>
            <a:off x="800700" y="4379814"/>
            <a:ext cx="6823817" cy="220761"/>
          </a:xfrm>
          <a:prstGeom prst="rect">
            <a:avLst/>
          </a:prstGeom>
          <a:noFill/>
        </p:spPr>
        <p:txBody>
          <a:bodyPr wrap="none" lIns="65588" tIns="32794" rIns="65588" bIns="32794" rtlCol="0">
            <a:noAutofit/>
          </a:bodyPr>
          <a:lstStyle/>
          <a:p>
            <a:pPr marL="0" algn="l" defTabSz="655878" rtl="0" eaLnBrk="1" latinLnBrk="0" hangingPunct="1">
              <a:defRPr sz="1291" kern="1200">
                <a:solidFill>
                  <a:schemeClr val="tx1"/>
                </a:solidFill>
                <a:latin typeface="Noto Sans SC"/>
                <a:ea typeface="Noto Sans SC"/>
                <a:cs typeface="Noto Sans SC"/>
              </a:defRPr>
            </a:pPr>
            <a:r>
              <a:rPr lang="en-US" altLang="zh-CN" sz="1004" kern="1200" dirty="0">
                <a:solidFill>
                  <a:schemeClr val="tx2">
                    <a:lumMod val="75000"/>
                    <a:lumOff val="25000"/>
                  </a:schemeClr>
                </a:solidFill>
                <a:latin typeface="Noto Sans SC"/>
                <a:ea typeface="Noto Sans SC"/>
                <a:cs typeface="Noto Sans SC"/>
              </a:rPr>
              <a:t>[1] </a:t>
            </a:r>
            <a:r>
              <a:rPr lang="en-US" altLang="zh-CN" sz="1004" kern="1200" dirty="0">
                <a:solidFill>
                  <a:schemeClr val="tx1"/>
                </a:solidFill>
                <a:latin typeface="Noto Sans SC"/>
                <a:ea typeface="Noto Sans SC"/>
                <a:cs typeface="Noto Sans SC"/>
              </a:rPr>
              <a:t> Grady Booch, James Rumbaugh, Ivar Jacobson</a:t>
            </a:r>
            <a:r>
              <a:rPr lang="zh-CN" altLang="en-US" sz="1004" kern="1200" dirty="0">
                <a:solidFill>
                  <a:schemeClr val="tx1"/>
                </a:solidFill>
                <a:latin typeface="Noto Sans SC"/>
                <a:ea typeface="Noto Sans SC"/>
                <a:cs typeface="Noto Sans SC"/>
              </a:rPr>
              <a:t>著 邵维忠 麻志毅等译 </a:t>
            </a:r>
            <a:r>
              <a:rPr lang="en-US" altLang="zh-CN" sz="1004" kern="1200" dirty="0">
                <a:solidFill>
                  <a:schemeClr val="tx1"/>
                </a:solidFill>
                <a:latin typeface="Noto Sans SC"/>
                <a:ea typeface="Noto Sans SC"/>
                <a:cs typeface="Noto Sans SC"/>
              </a:rPr>
              <a:t>UML</a:t>
            </a:r>
            <a:r>
              <a:rPr lang="zh-CN" altLang="en-US" sz="1004" kern="1200" dirty="0">
                <a:solidFill>
                  <a:schemeClr val="tx1"/>
                </a:solidFill>
                <a:latin typeface="Noto Sans SC"/>
                <a:ea typeface="Noto Sans SC"/>
                <a:cs typeface="Noto Sans SC"/>
              </a:rPr>
              <a:t>用户指南</a:t>
            </a:r>
            <a:r>
              <a:rPr lang="en-US" altLang="zh-CN" sz="1004" kern="1200" dirty="0">
                <a:solidFill>
                  <a:schemeClr val="tx1"/>
                </a:solidFill>
                <a:latin typeface="Noto Sans SC"/>
                <a:ea typeface="Noto Sans SC"/>
                <a:cs typeface="Noto Sans SC"/>
              </a:rPr>
              <a:t>(</a:t>
            </a:r>
            <a:r>
              <a:rPr lang="zh-CN" altLang="en-US" sz="1004" kern="1200" dirty="0">
                <a:solidFill>
                  <a:schemeClr val="tx1"/>
                </a:solidFill>
                <a:latin typeface="Noto Sans SC"/>
                <a:ea typeface="Noto Sans SC"/>
                <a:cs typeface="Noto Sans SC"/>
              </a:rPr>
              <a:t>第</a:t>
            </a:r>
            <a:r>
              <a:rPr lang="en-US" altLang="zh-CN" sz="1004" kern="1200" dirty="0">
                <a:solidFill>
                  <a:schemeClr val="tx1"/>
                </a:solidFill>
                <a:latin typeface="Noto Sans SC"/>
                <a:ea typeface="Noto Sans SC"/>
                <a:cs typeface="Noto Sans SC"/>
              </a:rPr>
              <a:t>2</a:t>
            </a:r>
            <a:r>
              <a:rPr lang="zh-CN" altLang="en-US" sz="1004" kern="1200" dirty="0">
                <a:solidFill>
                  <a:schemeClr val="tx1"/>
                </a:solidFill>
                <a:latin typeface="Noto Sans SC"/>
                <a:ea typeface="Noto Sans SC"/>
                <a:cs typeface="Noto Sans SC"/>
              </a:rPr>
              <a:t>版 修订版</a:t>
            </a:r>
            <a:r>
              <a:rPr lang="en-US" altLang="zh-CN" sz="1004" kern="1200" dirty="0">
                <a:solidFill>
                  <a:schemeClr val="tx1"/>
                </a:solidFill>
                <a:latin typeface="Noto Sans SC"/>
                <a:ea typeface="Noto Sans SC"/>
                <a:cs typeface="Noto Sans SC"/>
              </a:rPr>
              <a:t>) </a:t>
            </a:r>
            <a:r>
              <a:rPr lang="zh-CN" altLang="en-US" sz="1004" kern="1200" dirty="0">
                <a:solidFill>
                  <a:schemeClr val="tx1"/>
                </a:solidFill>
                <a:latin typeface="Noto Sans SC"/>
                <a:ea typeface="Noto Sans SC"/>
                <a:cs typeface="Noto Sans SC"/>
              </a:rPr>
              <a:t>人民邮电出版社</a:t>
            </a:r>
            <a:r>
              <a:rPr lang="en-US" altLang="zh-CN" sz="1004" kern="1200" dirty="0">
                <a:solidFill>
                  <a:schemeClr val="tx1"/>
                </a:solidFill>
                <a:latin typeface="Noto Sans SC"/>
                <a:ea typeface="Noto Sans SC"/>
                <a:cs typeface="Noto Sans SC"/>
              </a:rPr>
              <a:t>, 2012.</a:t>
            </a:r>
            <a:endParaRPr lang="zh-CN" altLang="en-US" sz="1004" kern="1200" dirty="0">
              <a:solidFill>
                <a:schemeClr val="tx1"/>
              </a:solidFill>
              <a:latin typeface="Noto Sans SC"/>
              <a:ea typeface="Noto Sans SC"/>
              <a:cs typeface="Noto Sans SC"/>
            </a:endParaRPr>
          </a:p>
        </p:txBody>
      </p:sp>
      <p:sp>
        <p:nvSpPr>
          <p:cNvPr id="10000" name="frame-14">
            <a:extLst>
              <a:ext uri="{FF2B5EF4-FFF2-40B4-BE49-F238E27FC236}">
                <a16:creationId xmlns:a16="http://schemas.microsoft.com/office/drawing/2014/main" id="{3E5A2D0D-75B8-4629-BFA4-7B942AB42D0A}"/>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课程大纲</a:t>
            </a:r>
          </a:p>
        </p:txBody>
      </p:sp>
      <p:sp>
        <p:nvSpPr>
          <p:cNvPr id="10001" name="frame-15">
            <a:extLst>
              <a:ext uri="{FF2B5EF4-FFF2-40B4-BE49-F238E27FC236}">
                <a16:creationId xmlns:a16="http://schemas.microsoft.com/office/drawing/2014/main" id="{2094AF55-B08B-4E1A-AFF6-29213C423354}"/>
              </a:ext>
            </a:extLst>
          </p:cNvPr>
          <p:cNvSpPr>
            <a:spLocks noGrp="1"/>
          </p:cNvSpPr>
          <p:nvPr/>
        </p:nvSpPr>
        <p:spPr>
          <a:xfrm>
            <a:off x="476250" y="904875"/>
            <a:ext cx="8191500" cy="7620"/>
          </a:xfrm>
          <a:prstGeom prst="rect">
            <a:avLst/>
          </a:prstGeom>
          <a:solidFill>
            <a:srgbClr val="D9D4CA"/>
          </a:solidFill>
          <a:ln w="0">
            <a:noFill/>
          </a:ln>
        </p:spPr>
      </p:sp>
      <p:sp>
        <p:nvSpPr>
          <p:cNvPr id="10002" name="frame-16">
            <a:extLst>
              <a:ext uri="{FF2B5EF4-FFF2-40B4-BE49-F238E27FC236}">
                <a16:creationId xmlns:a16="http://schemas.microsoft.com/office/drawing/2014/main" id="{53966123-A04F-4168-A96B-5C5712E1DDE7}"/>
              </a:ext>
            </a:extLst>
          </p:cNvPr>
          <p:cNvSpPr>
            <a:spLocks noGrp="1"/>
          </p:cNvSpPr>
          <p:nvPr/>
        </p:nvSpPr>
        <p:spPr>
          <a:xfrm>
            <a:off x="476250" y="4762500"/>
            <a:ext cx="8191500" cy="7620"/>
          </a:xfrm>
          <a:prstGeom prst="rect">
            <a:avLst/>
          </a:prstGeom>
          <a:solidFill>
            <a:srgbClr val="D9D4CA"/>
          </a:solidFill>
          <a:ln w="0">
            <a:noFill/>
          </a:ln>
        </p:spPr>
      </p:sp>
      <p:sp>
        <p:nvSpPr>
          <p:cNvPr id="10003" name="frame-17">
            <a:extLst>
              <a:ext uri="{FF2B5EF4-FFF2-40B4-BE49-F238E27FC236}">
                <a16:creationId xmlns:a16="http://schemas.microsoft.com/office/drawing/2014/main" id="{2F0C5917-4776-4C5E-9848-5B323D1C60EB}"/>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8">
            <a:extLst>
              <a:ext uri="{FF2B5EF4-FFF2-40B4-BE49-F238E27FC236}">
                <a16:creationId xmlns:a16="http://schemas.microsoft.com/office/drawing/2014/main" id="{E9183E81-714A-4743-AEED-B3781C48F2A0}"/>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04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75928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a:extLst>
            <a:ext uri="{FF2B5EF4-FFF2-40B4-BE49-F238E27FC236}">
              <a16:creationId xmlns:a16="http://schemas.microsoft.com/office/drawing/2014/main" id="{5A00D5AD-F14D-3E06-E034-F61B30B058A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9405D4D-C846-92CF-49AD-2DB595AE2FC6}"/>
              </a:ext>
            </a:extLst>
          </p:cNvPr>
          <p:cNvSpPr>
            <a:spLocks noGrp="1"/>
          </p:cNvSpPr>
          <p:nvPr/>
        </p:nvSpPr>
        <p:spPr>
          <a:xfrm>
            <a:off x="800700" y="1076325"/>
            <a:ext cx="7542599" cy="3325318"/>
          </a:xfrm>
        </p:spPr>
        <p:txBody>
          <a:bodyPr lIns="65588" tIns="32794" rIns="65588" bIns="32794">
            <a:noAutofit/>
          </a:bodyPr>
          <a:lstStyle/>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tx1"/>
                </a:solidFill>
                <a:latin typeface="Noto Sans SC"/>
                <a:ea typeface="Noto Sans SC"/>
                <a:cs typeface="Noto Sans SC"/>
              </a:rPr>
              <a:t>UML</a:t>
            </a:r>
            <a:r>
              <a:rPr lang="zh-CN" altLang="en-US" sz="1858" kern="1200" dirty="0">
                <a:solidFill>
                  <a:schemeClr val="tx1"/>
                </a:solidFill>
                <a:latin typeface="Noto Sans SC"/>
                <a:ea typeface="Noto Sans SC"/>
                <a:cs typeface="Noto Sans SC"/>
              </a:rPr>
              <a:t>的概念结构</a:t>
            </a:r>
            <a:r>
              <a:rPr lang="en-US" altLang="zh-CN" sz="1858" kern="1200" baseline="30000" dirty="0">
                <a:solidFill>
                  <a:schemeClr val="tx2">
                    <a:lumMod val="75000"/>
                    <a:lumOff val="25000"/>
                  </a:schemeClr>
                </a:solidFill>
                <a:latin typeface="Noto Sans SC"/>
                <a:ea typeface="Noto Sans SC"/>
                <a:cs typeface="Noto Sans SC"/>
              </a:rPr>
              <a:t>[1]</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en-US" altLang="zh-CN" sz="1592" kern="1200" dirty="0">
                <a:solidFill>
                  <a:schemeClr val="tx1"/>
                </a:solidFill>
                <a:latin typeface="Noto Sans SC"/>
                <a:ea typeface="Noto Sans SC"/>
                <a:cs typeface="Noto Sans SC"/>
              </a:rPr>
              <a:t>UML</a:t>
            </a:r>
            <a:r>
              <a:rPr lang="zh-CN" altLang="en-US" sz="1592" kern="1200" dirty="0">
                <a:solidFill>
                  <a:schemeClr val="tx1"/>
                </a:solidFill>
                <a:latin typeface="Noto Sans SC"/>
                <a:ea typeface="Noto Sans SC"/>
                <a:cs typeface="Noto Sans SC"/>
              </a:rPr>
              <a:t>构造块、规则和公共机制</a:t>
            </a: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bg1">
                    <a:lumMod val="65000"/>
                  </a:schemeClr>
                </a:solidFill>
                <a:latin typeface="Noto Sans SC"/>
                <a:ea typeface="Noto Sans SC"/>
                <a:cs typeface="Noto Sans SC"/>
              </a:rPr>
              <a:t>UML</a:t>
            </a:r>
            <a:r>
              <a:rPr lang="zh-CN" altLang="en-US" sz="1858" kern="1200" dirty="0">
                <a:solidFill>
                  <a:schemeClr val="bg1">
                    <a:lumMod val="65000"/>
                  </a:schemeClr>
                </a:solidFill>
                <a:latin typeface="Noto Sans SC"/>
                <a:ea typeface="Noto Sans SC"/>
                <a:cs typeface="Noto Sans SC"/>
              </a:rPr>
              <a:t>的用例图</a:t>
            </a:r>
            <a:r>
              <a:rPr lang="en-US" altLang="zh-CN" sz="1858" kern="1200" dirty="0">
                <a:solidFill>
                  <a:schemeClr val="bg1">
                    <a:lumMod val="65000"/>
                  </a:schemeClr>
                </a:solidFill>
                <a:latin typeface="Noto Sans SC"/>
                <a:ea typeface="Noto Sans SC"/>
                <a:cs typeface="Noto Sans SC"/>
              </a:rPr>
              <a:t>*</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bg1">
                    <a:lumMod val="65000"/>
                  </a:schemeClr>
                </a:solidFill>
                <a:latin typeface="Noto Sans SC"/>
                <a:ea typeface="Noto Sans SC"/>
                <a:cs typeface="Noto Sans SC"/>
              </a:rPr>
              <a:t>用例图基础</a:t>
            </a:r>
            <a:endParaRPr lang="en-US" altLang="zh-CN" sz="1592" kern="1200" dirty="0">
              <a:solidFill>
                <a:schemeClr val="bg1">
                  <a:lumMod val="65000"/>
                </a:schemeClr>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bg1">
                    <a:lumMod val="65000"/>
                  </a:schemeClr>
                </a:solidFill>
                <a:latin typeface="Noto Sans SC"/>
                <a:ea typeface="Noto Sans SC"/>
                <a:cs typeface="Noto Sans SC"/>
              </a:rPr>
              <a:t>业务用例图、概念用例图、系统用例图</a:t>
            </a:r>
            <a:endParaRPr lang="en-US" altLang="zh-CN" sz="1592" kern="1200" dirty="0">
              <a:solidFill>
                <a:schemeClr val="bg1">
                  <a:lumMod val="65000"/>
                </a:schemeClr>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bg1">
                    <a:lumMod val="65000"/>
                  </a:schemeClr>
                </a:solidFill>
                <a:latin typeface="Noto Sans SC"/>
                <a:ea typeface="Noto Sans SC"/>
                <a:cs typeface="Noto Sans SC"/>
              </a:rPr>
              <a:t>UML</a:t>
            </a:r>
            <a:r>
              <a:rPr lang="zh-CN" altLang="en-US" sz="1858" kern="1200" dirty="0">
                <a:solidFill>
                  <a:schemeClr val="bg1">
                    <a:lumMod val="65000"/>
                  </a:schemeClr>
                </a:solidFill>
                <a:latin typeface="Noto Sans SC"/>
                <a:ea typeface="Noto Sans SC"/>
                <a:cs typeface="Noto Sans SC"/>
              </a:rPr>
              <a:t>的类图</a:t>
            </a:r>
            <a:r>
              <a:rPr lang="en-US" altLang="zh-CN" sz="1858" kern="1200" dirty="0">
                <a:solidFill>
                  <a:schemeClr val="bg1">
                    <a:lumMod val="65000"/>
                  </a:schemeClr>
                </a:solidFill>
                <a:latin typeface="Noto Sans SC"/>
                <a:ea typeface="Noto Sans SC"/>
                <a:cs typeface="Noto Sans SC"/>
              </a:rPr>
              <a:t>*</a:t>
            </a: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bg1">
                    <a:lumMod val="65000"/>
                  </a:schemeClr>
                </a:solidFill>
                <a:latin typeface="Noto Sans SC"/>
                <a:ea typeface="Noto Sans SC"/>
                <a:cs typeface="Noto Sans SC"/>
              </a:rPr>
              <a:t>类图基础</a:t>
            </a:r>
            <a:endParaRPr lang="en-US" altLang="zh-CN" sz="1592" kern="1200" dirty="0">
              <a:solidFill>
                <a:schemeClr val="bg1">
                  <a:lumMod val="65000"/>
                </a:schemeClr>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bg1">
                    <a:lumMod val="65000"/>
                  </a:schemeClr>
                </a:solidFill>
                <a:latin typeface="Noto Sans SC"/>
                <a:ea typeface="Noto Sans SC"/>
                <a:cs typeface="Noto Sans SC"/>
              </a:rPr>
              <a:t>概念层类图、说明层类图、实现层类图</a:t>
            </a:r>
            <a:endParaRPr lang="en-US" altLang="zh-CN" sz="1592" kern="1200" dirty="0">
              <a:solidFill>
                <a:schemeClr val="bg1">
                  <a:lumMod val="65000"/>
                </a:schemeClr>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r>
              <a:rPr lang="en-US" altLang="zh-CN" sz="1858" kern="1200" dirty="0">
                <a:solidFill>
                  <a:schemeClr val="bg1">
                    <a:lumMod val="65000"/>
                  </a:schemeClr>
                </a:solidFill>
                <a:latin typeface="Noto Sans SC"/>
                <a:ea typeface="Noto Sans SC"/>
                <a:cs typeface="Noto Sans SC"/>
              </a:rPr>
              <a:t>UML</a:t>
            </a:r>
            <a:r>
              <a:rPr lang="zh-CN" altLang="en-US" sz="1858" kern="1200" dirty="0">
                <a:solidFill>
                  <a:schemeClr val="bg1">
                    <a:lumMod val="65000"/>
                  </a:schemeClr>
                </a:solidFill>
                <a:latin typeface="Noto Sans SC"/>
                <a:ea typeface="Noto Sans SC"/>
                <a:cs typeface="Noto Sans SC"/>
              </a:rPr>
              <a:t>的其它图</a:t>
            </a:r>
            <a:endParaRPr lang="en-US" altLang="zh-CN" sz="1858" kern="1200" dirty="0">
              <a:solidFill>
                <a:schemeClr val="bg1">
                  <a:lumMod val="65000"/>
                </a:schemeClr>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r>
              <a:rPr lang="zh-CN" altLang="en-US" sz="1592" kern="1200" dirty="0">
                <a:solidFill>
                  <a:schemeClr val="bg1">
                    <a:lumMod val="65000"/>
                  </a:schemeClr>
                </a:solidFill>
                <a:latin typeface="Noto Sans SC"/>
                <a:ea typeface="Noto Sans SC"/>
                <a:cs typeface="Noto Sans SC"/>
              </a:rPr>
              <a:t>包图、活动图、顺序图、状态图、协作图、部署图</a:t>
            </a:r>
            <a:endParaRPr lang="en-US" altLang="zh-CN" sz="1592" kern="1200" dirty="0">
              <a:solidFill>
                <a:schemeClr val="bg1">
                  <a:lumMod val="65000"/>
                </a:schemeClr>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endParaRPr lang="en-US" altLang="zh-CN" sz="1592" kern="1200" dirty="0">
              <a:solidFill>
                <a:schemeClr val="tx1"/>
              </a:solidFill>
              <a:latin typeface="Noto Sans SC"/>
              <a:ea typeface="Noto Sans SC"/>
              <a:cs typeface="Noto Sans SC"/>
            </a:endParaRPr>
          </a:p>
          <a:p>
            <a:pPr marL="491909" lvl="1" indent="-163970" algn="l" defTabSz="655878" rtl="0" eaLnBrk="1" latinLnBrk="0" hangingPunct="1">
              <a:buFont typeface="Noto Sans SC" panose="020B0604020202020204" pitchFamily="34" charset="0"/>
              <a:buChar char="•"/>
              <a:defRPr sz="1592" kern="1200">
                <a:solidFill>
                  <a:schemeClr val="tx1"/>
                </a:solidFill>
                <a:latin typeface="Noto Sans SC"/>
                <a:ea typeface="Noto Sans SC"/>
                <a:cs typeface="Noto Sans SC"/>
              </a:defRPr>
            </a:pPr>
            <a:endParaRPr lang="en-US" altLang="zh-CN" sz="1592"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en-US" altLang="zh-CN" sz="1858"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en-US" altLang="zh-CN" sz="1858" kern="1200" dirty="0">
              <a:solidFill>
                <a:schemeClr val="tx1"/>
              </a:solidFill>
              <a:latin typeface="Noto Sans SC"/>
              <a:ea typeface="Noto Sans SC"/>
              <a:cs typeface="Noto Sans SC"/>
            </a:endParaRPr>
          </a:p>
          <a:p>
            <a:pPr marL="163970" indent="-163970" algn="l" defTabSz="655878" rtl="0" eaLnBrk="1" latinLnBrk="0" hangingPunct="1">
              <a:buFont typeface="Noto Sans SC" panose="020B0604020202020204" pitchFamily="34" charset="0"/>
              <a:buChar char="•"/>
              <a:defRPr sz="1858" kern="1200">
                <a:solidFill>
                  <a:schemeClr val="tx1"/>
                </a:solidFill>
                <a:latin typeface="Noto Sans SC"/>
                <a:ea typeface="Noto Sans SC"/>
                <a:cs typeface="Noto Sans SC"/>
              </a:defRPr>
            </a:pPr>
            <a:endParaRPr lang="zh-CN" altLang="en-US" sz="1858" kern="1200" dirty="0">
              <a:solidFill>
                <a:schemeClr val="tx1"/>
              </a:solidFill>
              <a:latin typeface="Noto Sans SC"/>
              <a:ea typeface="Noto Sans SC"/>
              <a:cs typeface="Noto Sans SC"/>
            </a:endParaRPr>
          </a:p>
        </p:txBody>
      </p:sp>
      <p:pic>
        <p:nvPicPr>
          <p:cNvPr id="8" name="图形 7">
            <a:extLst>
              <a:ext uri="{FF2B5EF4-FFF2-40B4-BE49-F238E27FC236}">
                <a16:creationId xmlns:a16="http://schemas.microsoft.com/office/drawing/2014/main" id="{7B8FC020-8BEC-A456-77F8-E116A6E82334}"/>
              </a:ext>
            </a:extLst>
          </p:cNvPr>
          <p:cNvPicPr>
            <a:picLocks noChangeAspect="1"/>
          </p:cNvPicPr>
          <p:nvPr>
            <p:custDataLst>
              <p:tags r:id="rId1"/>
            </p:custDataLst>
          </p:nvPr>
        </p:nvPicPr>
        <p:blipFill>
          <a:blip>
            <a:extLst>
              <a:ext uri="{96DAC541-7B7A-43D3-8B79-37D633B846F1}">
                <asvg:svgBlip xmlns:asvg="http://schemas.microsoft.com/office/drawing/2016/SVG/main" r:embed="rId3"/>
              </a:ext>
            </a:extLst>
          </a:blip>
          <a:stretch>
            <a:fillRect/>
          </a:stretch>
        </p:blipFill>
        <p:spPr>
          <a:xfrm>
            <a:off x="7201363" y="3015458"/>
            <a:ext cx="1141937" cy="1076623"/>
          </a:xfrm>
          <a:prstGeom prst="rect">
            <a:avLst/>
          </a:prstGeom>
        </p:spPr>
      </p:pic>
      <p:sp>
        <p:nvSpPr>
          <p:cNvPr id="7" name="文本框 6">
            <a:extLst>
              <a:ext uri="{FF2B5EF4-FFF2-40B4-BE49-F238E27FC236}">
                <a16:creationId xmlns:a16="http://schemas.microsoft.com/office/drawing/2014/main" id="{65628746-1924-D752-3E15-961DD8979CC4}"/>
              </a:ext>
            </a:extLst>
          </p:cNvPr>
          <p:cNvSpPr txBox="1"/>
          <p:nvPr/>
        </p:nvSpPr>
        <p:spPr>
          <a:xfrm>
            <a:off x="800700" y="4379814"/>
            <a:ext cx="6823817" cy="220761"/>
          </a:xfrm>
          <a:prstGeom prst="rect">
            <a:avLst/>
          </a:prstGeom>
          <a:noFill/>
        </p:spPr>
        <p:txBody>
          <a:bodyPr wrap="none" lIns="65588" tIns="32794" rIns="65588" bIns="32794" rtlCol="0">
            <a:noAutofit/>
          </a:bodyPr>
          <a:lstStyle/>
          <a:p>
            <a:pPr marL="0" algn="l" defTabSz="655878" rtl="0" eaLnBrk="1" latinLnBrk="0" hangingPunct="1">
              <a:defRPr sz="1291" kern="1200">
                <a:solidFill>
                  <a:schemeClr val="tx1"/>
                </a:solidFill>
                <a:latin typeface="Noto Sans SC"/>
                <a:ea typeface="Noto Sans SC"/>
                <a:cs typeface="Noto Sans SC"/>
              </a:defRPr>
            </a:pPr>
            <a:r>
              <a:rPr lang="en-US" altLang="zh-CN" sz="1004" kern="1200" dirty="0">
                <a:solidFill>
                  <a:schemeClr val="tx2">
                    <a:lumMod val="75000"/>
                    <a:lumOff val="25000"/>
                  </a:schemeClr>
                </a:solidFill>
                <a:latin typeface="Noto Sans SC"/>
                <a:ea typeface="Noto Sans SC"/>
                <a:cs typeface="Noto Sans SC"/>
              </a:rPr>
              <a:t>[1] </a:t>
            </a:r>
            <a:r>
              <a:rPr lang="en-US" altLang="zh-CN" sz="1004" kern="1200" dirty="0">
                <a:solidFill>
                  <a:schemeClr val="tx1"/>
                </a:solidFill>
                <a:latin typeface="Noto Sans SC"/>
                <a:ea typeface="Noto Sans SC"/>
                <a:cs typeface="Noto Sans SC"/>
              </a:rPr>
              <a:t> Grady Booch, James Rumbaugh, Ivar Jacobson</a:t>
            </a:r>
            <a:r>
              <a:rPr lang="zh-CN" altLang="en-US" sz="1004" kern="1200" dirty="0">
                <a:solidFill>
                  <a:schemeClr val="tx1"/>
                </a:solidFill>
                <a:latin typeface="Noto Sans SC"/>
                <a:ea typeface="Noto Sans SC"/>
                <a:cs typeface="Noto Sans SC"/>
              </a:rPr>
              <a:t>著 邵维忠 麻志毅等译 </a:t>
            </a:r>
            <a:r>
              <a:rPr lang="en-US" altLang="zh-CN" sz="1004" kern="1200" dirty="0">
                <a:solidFill>
                  <a:schemeClr val="tx1"/>
                </a:solidFill>
                <a:latin typeface="Noto Sans SC"/>
                <a:ea typeface="Noto Sans SC"/>
                <a:cs typeface="Noto Sans SC"/>
              </a:rPr>
              <a:t>UML</a:t>
            </a:r>
            <a:r>
              <a:rPr lang="zh-CN" altLang="en-US" sz="1004" kern="1200" dirty="0">
                <a:solidFill>
                  <a:schemeClr val="tx1"/>
                </a:solidFill>
                <a:latin typeface="Noto Sans SC"/>
                <a:ea typeface="Noto Sans SC"/>
                <a:cs typeface="Noto Sans SC"/>
              </a:rPr>
              <a:t>用户指南</a:t>
            </a:r>
            <a:r>
              <a:rPr lang="en-US" altLang="zh-CN" sz="1004" kern="1200" dirty="0">
                <a:solidFill>
                  <a:schemeClr val="tx1"/>
                </a:solidFill>
                <a:latin typeface="Noto Sans SC"/>
                <a:ea typeface="Noto Sans SC"/>
                <a:cs typeface="Noto Sans SC"/>
              </a:rPr>
              <a:t>(</a:t>
            </a:r>
            <a:r>
              <a:rPr lang="zh-CN" altLang="en-US" sz="1004" kern="1200" dirty="0">
                <a:solidFill>
                  <a:schemeClr val="tx1"/>
                </a:solidFill>
                <a:latin typeface="Noto Sans SC"/>
                <a:ea typeface="Noto Sans SC"/>
                <a:cs typeface="Noto Sans SC"/>
              </a:rPr>
              <a:t>第</a:t>
            </a:r>
            <a:r>
              <a:rPr lang="en-US" altLang="zh-CN" sz="1004" kern="1200" dirty="0">
                <a:solidFill>
                  <a:schemeClr val="tx1"/>
                </a:solidFill>
                <a:latin typeface="Noto Sans SC"/>
                <a:ea typeface="Noto Sans SC"/>
                <a:cs typeface="Noto Sans SC"/>
              </a:rPr>
              <a:t>2</a:t>
            </a:r>
            <a:r>
              <a:rPr lang="zh-CN" altLang="en-US" sz="1004" kern="1200" dirty="0">
                <a:solidFill>
                  <a:schemeClr val="tx1"/>
                </a:solidFill>
                <a:latin typeface="Noto Sans SC"/>
                <a:ea typeface="Noto Sans SC"/>
                <a:cs typeface="Noto Sans SC"/>
              </a:rPr>
              <a:t>版 修订版</a:t>
            </a:r>
            <a:r>
              <a:rPr lang="en-US" altLang="zh-CN" sz="1004" kern="1200" dirty="0">
                <a:solidFill>
                  <a:schemeClr val="tx1"/>
                </a:solidFill>
                <a:latin typeface="Noto Sans SC"/>
                <a:ea typeface="Noto Sans SC"/>
                <a:cs typeface="Noto Sans SC"/>
              </a:rPr>
              <a:t>) </a:t>
            </a:r>
            <a:r>
              <a:rPr lang="zh-CN" altLang="en-US" sz="1004" kern="1200" dirty="0">
                <a:solidFill>
                  <a:schemeClr val="tx1"/>
                </a:solidFill>
                <a:latin typeface="Noto Sans SC"/>
                <a:ea typeface="Noto Sans SC"/>
                <a:cs typeface="Noto Sans SC"/>
              </a:rPr>
              <a:t>人民邮电出版社</a:t>
            </a:r>
            <a:r>
              <a:rPr lang="en-US" altLang="zh-CN" sz="1004" kern="1200" dirty="0">
                <a:solidFill>
                  <a:schemeClr val="tx1"/>
                </a:solidFill>
                <a:latin typeface="Noto Sans SC"/>
                <a:ea typeface="Noto Sans SC"/>
                <a:cs typeface="Noto Sans SC"/>
              </a:rPr>
              <a:t>, 2012.</a:t>
            </a:r>
            <a:endParaRPr lang="zh-CN" altLang="en-US" sz="1004" kern="1200" dirty="0">
              <a:solidFill>
                <a:schemeClr val="tx1"/>
              </a:solidFill>
              <a:latin typeface="Noto Sans SC"/>
              <a:ea typeface="Noto Sans SC"/>
              <a:cs typeface="Noto Sans SC"/>
            </a:endParaRPr>
          </a:p>
        </p:txBody>
      </p:sp>
      <p:sp>
        <p:nvSpPr>
          <p:cNvPr id="10000" name="frame-19">
            <a:extLst>
              <a:ext uri="{FF2B5EF4-FFF2-40B4-BE49-F238E27FC236}">
                <a16:creationId xmlns:a16="http://schemas.microsoft.com/office/drawing/2014/main" id="{4D457C09-3F6D-49DF-80E1-CBA62428AE0C}"/>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课程大纲</a:t>
            </a:r>
          </a:p>
        </p:txBody>
      </p:sp>
      <p:sp>
        <p:nvSpPr>
          <p:cNvPr id="10001" name="frame-20">
            <a:extLst>
              <a:ext uri="{FF2B5EF4-FFF2-40B4-BE49-F238E27FC236}">
                <a16:creationId xmlns:a16="http://schemas.microsoft.com/office/drawing/2014/main" id="{2E6CB781-349A-4984-82A2-50F081C94D3A}"/>
              </a:ext>
            </a:extLst>
          </p:cNvPr>
          <p:cNvSpPr>
            <a:spLocks noGrp="1"/>
          </p:cNvSpPr>
          <p:nvPr/>
        </p:nvSpPr>
        <p:spPr>
          <a:xfrm>
            <a:off x="476250" y="904875"/>
            <a:ext cx="8191500" cy="7620"/>
          </a:xfrm>
          <a:prstGeom prst="rect">
            <a:avLst/>
          </a:prstGeom>
          <a:solidFill>
            <a:srgbClr val="D9D4CA"/>
          </a:solidFill>
          <a:ln w="0">
            <a:noFill/>
          </a:ln>
        </p:spPr>
      </p:sp>
      <p:sp>
        <p:nvSpPr>
          <p:cNvPr id="10002" name="frame-21">
            <a:extLst>
              <a:ext uri="{FF2B5EF4-FFF2-40B4-BE49-F238E27FC236}">
                <a16:creationId xmlns:a16="http://schemas.microsoft.com/office/drawing/2014/main" id="{E4F83EE6-55B3-4278-98D5-AC2252D8C88C}"/>
              </a:ext>
            </a:extLst>
          </p:cNvPr>
          <p:cNvSpPr>
            <a:spLocks noGrp="1"/>
          </p:cNvSpPr>
          <p:nvPr/>
        </p:nvSpPr>
        <p:spPr>
          <a:xfrm>
            <a:off x="476250" y="4762500"/>
            <a:ext cx="8191500" cy="7620"/>
          </a:xfrm>
          <a:prstGeom prst="rect">
            <a:avLst/>
          </a:prstGeom>
          <a:solidFill>
            <a:srgbClr val="D9D4CA"/>
          </a:solidFill>
          <a:ln w="0">
            <a:noFill/>
          </a:ln>
        </p:spPr>
      </p:sp>
      <p:sp>
        <p:nvSpPr>
          <p:cNvPr id="10003" name="frame-22">
            <a:extLst>
              <a:ext uri="{FF2B5EF4-FFF2-40B4-BE49-F238E27FC236}">
                <a16:creationId xmlns:a16="http://schemas.microsoft.com/office/drawing/2014/main" id="{4B9BED55-CCAB-495D-9F96-5F67B7E19DF9}"/>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23">
            <a:extLst>
              <a:ext uri="{FF2B5EF4-FFF2-40B4-BE49-F238E27FC236}">
                <a16:creationId xmlns:a16="http://schemas.microsoft.com/office/drawing/2014/main" id="{61804E6D-5669-408F-BD5B-3309DAB27A0B}"/>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05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649638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3577F17-4E8F-8BE0-EF91-220F31C5C670}"/>
              </a:ext>
            </a:extLst>
          </p:cNvPr>
          <p:cNvSpPr>
            <a:spLocks noGrp="1"/>
          </p:cNvSpPr>
          <p:nvPr/>
        </p:nvSpPr>
        <p:spPr>
          <a:xfrm>
            <a:off x="842120" y="1076325"/>
            <a:ext cx="7459759" cy="1722497"/>
          </a:xfrm>
        </p:spPr>
        <p:txBody>
          <a:bodyPr lIns="62933" tIns="31466" rIns="62933" bIns="31466">
            <a:noAutofit/>
          </a:bodyPr>
          <a:lstStyle/>
          <a:p>
            <a:pPr marL="157332" indent="-157332" algn="l" defTabSz="629329" rtl="0" eaLnBrk="1" latinLnBrk="0" hangingPunct="1">
              <a:spcBef>
                <a:spcPts val="688"/>
              </a:spcBef>
              <a:buFont typeface="Noto Sans SC" panose="020B0604020202020204" pitchFamily="34" charset="0"/>
              <a:buChar char="•"/>
              <a:defRPr sz="1783" kern="1200">
                <a:solidFill>
                  <a:schemeClr val="tx1"/>
                </a:solidFill>
                <a:latin typeface="Noto Sans SC"/>
                <a:ea typeface="Noto Sans SC"/>
                <a:cs typeface="Noto Sans SC"/>
              </a:defRPr>
            </a:pPr>
            <a:r>
              <a:rPr lang="zh-CN" altLang="en-US" sz="1783" kern="1200" dirty="0">
                <a:solidFill>
                  <a:schemeClr val="tx1"/>
                </a:solidFill>
                <a:latin typeface="Noto Sans SC"/>
                <a:ea typeface="Noto Sans SC"/>
                <a:cs typeface="Noto Sans SC"/>
              </a:rPr>
              <a:t>面向对象是一种认识世界的方法</a:t>
            </a:r>
            <a:endParaRPr lang="en-US" altLang="zh-CN" sz="1783" kern="1200" dirty="0">
              <a:solidFill>
                <a:schemeClr val="tx1"/>
              </a:solidFill>
              <a:latin typeface="Noto Sans SC"/>
              <a:ea typeface="Noto Sans SC"/>
              <a:cs typeface="Noto Sans SC"/>
            </a:endParaRPr>
          </a:p>
          <a:p>
            <a:pPr marL="668662" lvl="1" indent="-353997" algn="l" defTabSz="629329" rtl="0" eaLnBrk="1" latinLnBrk="0" hangingPunct="1">
              <a:spcBef>
                <a:spcPts val="344"/>
              </a:spcBef>
              <a:buChar char="•"/>
              <a:defRPr sz="1528" kern="1200">
                <a:solidFill>
                  <a:schemeClr val="tx1"/>
                </a:solidFill>
                <a:latin typeface="Noto Sans SC"/>
                <a:ea typeface="Noto Sans SC"/>
                <a:cs typeface="Noto Sans SC"/>
              </a:defRPr>
            </a:pPr>
            <a:r>
              <a:rPr lang="zh-CN" altLang="en-US" sz="1528" kern="1200" dirty="0">
                <a:solidFill>
                  <a:schemeClr val="tx1"/>
                </a:solidFill>
                <a:latin typeface="Noto Sans SC"/>
                <a:ea typeface="Noto Sans SC"/>
                <a:cs typeface="Noto Sans SC"/>
              </a:rPr>
              <a:t>将世界看作一个个没有因果关系</a:t>
            </a:r>
            <a:r>
              <a:rPr lang="zh-CN" altLang="en-US" sz="1528" b="1" kern="1200" dirty="0">
                <a:solidFill>
                  <a:schemeClr val="tx2">
                    <a:lumMod val="75000"/>
                    <a:lumOff val="25000"/>
                  </a:schemeClr>
                </a:solidFill>
                <a:latin typeface="Noto Sans SC"/>
                <a:ea typeface="Noto Sans SC"/>
                <a:cs typeface="Noto Sans SC"/>
              </a:rPr>
              <a:t>相互独立的对象</a:t>
            </a:r>
            <a:r>
              <a:rPr lang="zh-CN" altLang="en-US" sz="1528" kern="1200" dirty="0">
                <a:solidFill>
                  <a:schemeClr val="tx1"/>
                </a:solidFill>
                <a:latin typeface="Noto Sans SC"/>
                <a:ea typeface="Noto Sans SC"/>
                <a:cs typeface="Noto Sans SC"/>
              </a:rPr>
              <a:t>；</a:t>
            </a:r>
            <a:endParaRPr lang="en-US" altLang="zh-CN" sz="1528" kern="1200" dirty="0">
              <a:solidFill>
                <a:schemeClr val="tx1"/>
              </a:solidFill>
              <a:latin typeface="Noto Sans SC"/>
              <a:ea typeface="Noto Sans SC"/>
              <a:cs typeface="Noto Sans SC"/>
            </a:endParaRPr>
          </a:p>
          <a:p>
            <a:pPr marL="668662" lvl="1" indent="-353997" algn="l" defTabSz="629329" rtl="0" eaLnBrk="1" latinLnBrk="0" hangingPunct="1">
              <a:spcBef>
                <a:spcPts val="344"/>
              </a:spcBef>
              <a:buChar char="•"/>
              <a:defRPr sz="1528" kern="1200">
                <a:solidFill>
                  <a:schemeClr val="tx1"/>
                </a:solidFill>
                <a:latin typeface="Noto Sans SC"/>
                <a:ea typeface="Noto Sans SC"/>
                <a:cs typeface="Noto Sans SC"/>
              </a:defRPr>
            </a:pPr>
            <a:r>
              <a:rPr lang="zh-CN" altLang="en-US" sz="1528" kern="1200" dirty="0">
                <a:solidFill>
                  <a:schemeClr val="tx1"/>
                </a:solidFill>
                <a:latin typeface="Noto Sans SC"/>
                <a:ea typeface="Noto Sans SC"/>
                <a:cs typeface="Noto Sans SC"/>
              </a:rPr>
              <a:t>独立对象之间</a:t>
            </a:r>
            <a:r>
              <a:rPr lang="zh-CN" altLang="en-US" sz="1528" b="1" kern="1200" dirty="0">
                <a:solidFill>
                  <a:schemeClr val="tx2">
                    <a:lumMod val="75000"/>
                    <a:lumOff val="25000"/>
                  </a:schemeClr>
                </a:solidFill>
                <a:latin typeface="Noto Sans SC"/>
                <a:ea typeface="Noto Sans SC"/>
                <a:cs typeface="Noto Sans SC"/>
              </a:rPr>
              <a:t>依据规律结合</a:t>
            </a:r>
            <a:r>
              <a:rPr lang="zh-CN" altLang="en-US" sz="1528" kern="1200" dirty="0">
                <a:solidFill>
                  <a:schemeClr val="tx1"/>
                </a:solidFill>
                <a:latin typeface="Noto Sans SC"/>
                <a:ea typeface="Noto Sans SC"/>
                <a:cs typeface="Noto Sans SC"/>
              </a:rPr>
              <a:t>在一起，便具备了特有性质和功能，然后又构为更复杂更大的对象；</a:t>
            </a:r>
            <a:endParaRPr lang="en-US" altLang="zh-CN" sz="1528" kern="1200" dirty="0">
              <a:solidFill>
                <a:schemeClr val="tx1"/>
              </a:solidFill>
              <a:latin typeface="Noto Sans SC"/>
              <a:ea typeface="Noto Sans SC"/>
              <a:cs typeface="Noto Sans SC"/>
            </a:endParaRPr>
          </a:p>
          <a:p>
            <a:pPr marL="668662" lvl="1" indent="-353997" algn="l" defTabSz="629329" rtl="0" eaLnBrk="1" latinLnBrk="0" hangingPunct="1">
              <a:spcBef>
                <a:spcPts val="344"/>
              </a:spcBef>
              <a:buChar char="•"/>
              <a:defRPr sz="1528" kern="1200">
                <a:solidFill>
                  <a:schemeClr val="tx1"/>
                </a:solidFill>
                <a:latin typeface="Noto Sans SC"/>
                <a:ea typeface="Noto Sans SC"/>
                <a:cs typeface="Noto Sans SC"/>
              </a:defRPr>
            </a:pPr>
            <a:r>
              <a:rPr lang="zh-CN" altLang="en-US" sz="1528" kern="1200" dirty="0">
                <a:solidFill>
                  <a:schemeClr val="tx1"/>
                </a:solidFill>
                <a:latin typeface="Noto Sans SC"/>
                <a:ea typeface="Noto Sans SC"/>
                <a:cs typeface="Noto Sans SC"/>
              </a:rPr>
              <a:t>通过提升开发方法的抽象级别研发面向复杂现实世界问题的软件系统</a:t>
            </a:r>
            <a:endParaRPr lang="en-US" altLang="zh-CN" sz="1528" kern="1200" dirty="0">
              <a:solidFill>
                <a:schemeClr val="tx1"/>
              </a:solidFill>
              <a:latin typeface="Noto Sans SC"/>
              <a:ea typeface="Noto Sans SC"/>
              <a:cs typeface="Noto Sans SC"/>
            </a:endParaRPr>
          </a:p>
          <a:p>
            <a:pPr marL="0" indent="0" algn="l" defTabSz="629329" rtl="0" eaLnBrk="1" latinLnBrk="0" hangingPunct="1">
              <a:spcBef>
                <a:spcPts val="688"/>
              </a:spcBef>
              <a:buFont typeface="Noto Sans SC" panose="020B0604020202020204" pitchFamily="34" charset="0"/>
              <a:buChar char="•"/>
              <a:defRPr sz="1783" kern="1200">
                <a:solidFill>
                  <a:schemeClr val="tx1"/>
                </a:solidFill>
                <a:latin typeface="Noto Sans SC"/>
                <a:ea typeface="Noto Sans SC"/>
                <a:cs typeface="Noto Sans SC"/>
              </a:defRPr>
            </a:pPr>
            <a:endParaRPr lang="en-US" altLang="zh-CN" sz="1783" kern="1200" dirty="0">
              <a:solidFill>
                <a:schemeClr val="tx1"/>
              </a:solidFill>
              <a:latin typeface="Noto Sans SC"/>
              <a:ea typeface="Noto Sans SC"/>
              <a:cs typeface="Noto Sans SC"/>
            </a:endParaRPr>
          </a:p>
          <a:p>
            <a:pPr marL="157332" indent="-157332" algn="l" defTabSz="629329" rtl="0" eaLnBrk="1" latinLnBrk="0" hangingPunct="1">
              <a:lnSpc>
                <a:spcPct val="81000"/>
              </a:lnSpc>
              <a:spcBef>
                <a:spcPts val="688"/>
              </a:spcBef>
              <a:buFont typeface="Noto Sans SC" panose="020B0604020202020204" pitchFamily="34" charset="0"/>
              <a:buChar char="•"/>
              <a:defRPr sz="1783" kern="1200">
                <a:solidFill>
                  <a:schemeClr val="tx1"/>
                </a:solidFill>
                <a:latin typeface="Noto Sans SC"/>
                <a:ea typeface="Noto Sans SC"/>
                <a:cs typeface="Noto Sans SC"/>
              </a:defRPr>
            </a:pPr>
            <a:endParaRPr lang="zh-CN" altLang="en-US" sz="1783" kern="1200" dirty="0">
              <a:solidFill>
                <a:schemeClr val="tx1"/>
              </a:solidFill>
              <a:latin typeface="Noto Sans SC"/>
              <a:ea typeface="Noto Sans SC"/>
              <a:cs typeface="Noto Sans SC"/>
            </a:endParaRPr>
          </a:p>
        </p:txBody>
      </p:sp>
      <p:sp>
        <p:nvSpPr>
          <p:cNvPr id="72" name="文本框 71">
            <a:extLst>
              <a:ext uri="{FF2B5EF4-FFF2-40B4-BE49-F238E27FC236}">
                <a16:creationId xmlns:a16="http://schemas.microsoft.com/office/drawing/2014/main" id="{AFD02473-32AD-9AB7-D7C6-AADC9DF6A671}"/>
              </a:ext>
            </a:extLst>
          </p:cNvPr>
          <p:cNvSpPr txBox="1"/>
          <p:nvPr/>
        </p:nvSpPr>
        <p:spPr>
          <a:xfrm>
            <a:off x="4921882" y="4313332"/>
            <a:ext cx="2975630" cy="287243"/>
          </a:xfrm>
          <a:prstGeom prst="rect">
            <a:avLst/>
          </a:prstGeom>
          <a:noFill/>
        </p:spPr>
        <p:txBody>
          <a:bodyPr wrap="square" lIns="62933" tIns="31466" rIns="62933" bIns="31466">
            <a:noAutofit/>
          </a:bodyPr>
          <a:lstStyle/>
          <a:p>
            <a:pPr marL="0" algn="l" defTabSz="629329" rtl="0" eaLnBrk="1" latinLnBrk="0" hangingPunct="1">
              <a:defRPr sz="1239" kern="1200">
                <a:solidFill>
                  <a:schemeClr val="tx1"/>
                </a:solidFill>
                <a:latin typeface="Noto Sans SC"/>
                <a:ea typeface="Noto Sans SC"/>
                <a:cs typeface="Noto Sans SC"/>
              </a:defRPr>
            </a:pPr>
            <a:r>
              <a:rPr lang="zh-CN" altLang="en-US" sz="1239" kern="1200" dirty="0">
                <a:solidFill>
                  <a:schemeClr val="tx1"/>
                </a:solidFill>
                <a:latin typeface="Noto Sans SC"/>
                <a:ea typeface="Noto Sans SC"/>
                <a:cs typeface="Noto Sans SC"/>
              </a:rPr>
              <a:t>面向对象的思维</a:t>
            </a:r>
            <a:r>
              <a:rPr lang="en-US" altLang="zh-CN" sz="1239" kern="1200" dirty="0">
                <a:solidFill>
                  <a:schemeClr val="tx1"/>
                </a:solidFill>
                <a:latin typeface="Noto Sans SC"/>
                <a:ea typeface="Noto Sans SC"/>
                <a:cs typeface="Noto Sans SC"/>
              </a:rPr>
              <a:t>: </a:t>
            </a:r>
            <a:r>
              <a:rPr lang="zh-CN" altLang="en-US" sz="1239" kern="1200" dirty="0">
                <a:solidFill>
                  <a:schemeClr val="tx1"/>
                </a:solidFill>
                <a:latin typeface="Noto Sans SC"/>
                <a:ea typeface="Noto Sans SC"/>
                <a:cs typeface="Noto Sans SC"/>
              </a:rPr>
              <a:t>把大象放进冰箱里</a:t>
            </a:r>
          </a:p>
        </p:txBody>
      </p:sp>
      <p:pic>
        <p:nvPicPr>
          <p:cNvPr id="74" name="图片 73">
            <a:extLst>
              <a:ext uri="{FF2B5EF4-FFF2-40B4-BE49-F238E27FC236}">
                <a16:creationId xmlns:a16="http://schemas.microsoft.com/office/drawing/2014/main" id="{C2FD680A-FA0A-054F-3BA3-24A3FE7E3830}"/>
              </a:ext>
            </a:extLst>
          </p:cNvPr>
          <p:cNvPicPr>
            <a:picLocks noChangeAspect="1"/>
          </p:cNvPicPr>
          <p:nvPr/>
        </p:nvPicPr>
        <p:blipFill>
          <a:blip r:embed="rId9"/>
          <a:stretch>
            <a:fillRect/>
          </a:stretch>
        </p:blipFill>
        <p:spPr>
          <a:xfrm>
            <a:off x="4713761" y="3300295"/>
            <a:ext cx="1058025" cy="691306"/>
          </a:xfrm>
          <a:prstGeom prst="rect">
            <a:avLst/>
          </a:prstGeom>
        </p:spPr>
      </p:pic>
      <p:grpSp>
        <p:nvGrpSpPr>
          <p:cNvPr id="76" name="组合 75">
            <a:extLst>
              <a:ext uri="{FF2B5EF4-FFF2-40B4-BE49-F238E27FC236}">
                <a16:creationId xmlns:a16="http://schemas.microsoft.com/office/drawing/2014/main" id="{7AF19510-EE71-F054-2085-4BB91C7F1B4A}"/>
              </a:ext>
            </a:extLst>
          </p:cNvPr>
          <p:cNvGrpSpPr/>
          <p:nvPr/>
        </p:nvGrpSpPr>
        <p:grpSpPr>
          <a:xfrm>
            <a:off x="1050991" y="2798822"/>
            <a:ext cx="3227881" cy="1788221"/>
            <a:chOff x="1847045" y="3471382"/>
            <a:chExt cx="4690037" cy="2834436"/>
          </a:xfrm>
        </p:grpSpPr>
        <p:sp>
          <p:nvSpPr>
            <p:cNvPr id="65" name="Index-1">
              <a:extLst>
                <a:ext uri="{FF2B5EF4-FFF2-40B4-BE49-F238E27FC236}">
                  <a16:creationId xmlns:a16="http://schemas.microsoft.com/office/drawing/2014/main" id="{5BA81209-1CBB-A377-235C-F8C5241F4392}"/>
                </a:ext>
              </a:extLst>
            </p:cNvPr>
            <p:cNvSpPr/>
            <p:nvPr>
              <p:custDataLst>
                <p:tags r:id="rId1"/>
              </p:custDataLst>
            </p:nvPr>
          </p:nvSpPr>
          <p:spPr>
            <a:xfrm>
              <a:off x="2673599" y="3675581"/>
              <a:ext cx="670486" cy="524636"/>
            </a:xfrm>
            <a:prstGeom prst="hexagon">
              <a:avLst/>
            </a:prstGeom>
            <a:solidFill>
              <a:schemeClr val="accent1"/>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2933" tIns="31466" rIns="62933" bIns="31466" numCol="1" spcCol="0" rtlCol="0" fromWordArt="0" anchor="ctr" anchorCtr="0" forceAA="0" compatLnSpc="1">
              <a:noAutofit/>
            </a:bodyPr>
            <a:lstStyle/>
            <a:p>
              <a:pPr marL="0" algn="ctr" defTabSz="629329" rtl="0" eaLnBrk="1" latinLnBrk="0" hangingPunct="1">
                <a:defRPr sz="1146" kern="1200">
                  <a:solidFill>
                    <a:schemeClr val="tx1"/>
                  </a:solidFill>
                  <a:latin typeface="Noto Sans SC"/>
                  <a:ea typeface="Noto Sans SC"/>
                  <a:cs typeface="Noto Sans SC"/>
                </a:defRPr>
              </a:pPr>
              <a:r>
                <a:rPr lang="en-US" altLang="zh-CN" sz="1273" b="1" kern="1200" dirty="0">
                  <a:solidFill>
                    <a:schemeClr val="bg1"/>
                  </a:solidFill>
                  <a:latin typeface="Noto Sans SC"/>
                  <a:ea typeface="Noto Sans SC"/>
                  <a:cs typeface="Noto Sans SC"/>
                </a:rPr>
                <a:t>01</a:t>
              </a:r>
              <a:endParaRPr lang="zh-CN" altLang="en-US" sz="1273" b="1" kern="1200" dirty="0">
                <a:solidFill>
                  <a:schemeClr val="bg1"/>
                </a:solidFill>
                <a:latin typeface="Noto Sans SC"/>
                <a:ea typeface="Noto Sans SC"/>
                <a:cs typeface="Noto Sans SC"/>
              </a:endParaRPr>
            </a:p>
          </p:txBody>
        </p:sp>
        <p:sp>
          <p:nvSpPr>
            <p:cNvPr id="66" name="Title-1">
              <a:extLst>
                <a:ext uri="{FF2B5EF4-FFF2-40B4-BE49-F238E27FC236}">
                  <a16:creationId xmlns:a16="http://schemas.microsoft.com/office/drawing/2014/main" id="{6458CAA2-EA28-847C-3052-C3A2FF124B45}"/>
                </a:ext>
              </a:extLst>
            </p:cNvPr>
            <p:cNvSpPr txBox="1"/>
            <p:nvPr>
              <p:custDataLst>
                <p:tags r:id="rId2"/>
              </p:custDataLst>
            </p:nvPr>
          </p:nvSpPr>
          <p:spPr>
            <a:xfrm>
              <a:off x="3406418" y="3741204"/>
              <a:ext cx="1677978" cy="477143"/>
            </a:xfrm>
            <a:prstGeom prst="rect">
              <a:avLst/>
            </a:prstGeom>
            <a:noFill/>
          </p:spPr>
          <p:txBody>
            <a:bodyPr wrap="square" lIns="62933" tIns="31466" rIns="62933" bIns="31466" rtlCol="0">
              <a:noAutofit/>
            </a:bodyPr>
            <a:lstStyle/>
            <a:p>
              <a:pPr marL="0" marR="0" lvl="0" indent="0" algn="l" defTabSz="629329" rtl="0" eaLnBrk="1" fontAlgn="auto" latinLnBrk="0" hangingPunct="1">
                <a:lnSpc>
                  <a:spcPct val="100000"/>
                </a:lnSpc>
                <a:spcBef>
                  <a:spcPts val="0"/>
                </a:spcBef>
                <a:spcAft>
                  <a:spcPts val="0"/>
                </a:spcAft>
                <a:buClrTx/>
                <a:buSzTx/>
                <a:buFontTx/>
                <a:buNone/>
                <a:defRPr sz="1239"/>
              </a:pPr>
              <a:r>
                <a:rPr kumimoji="0" lang="zh-CN" altLang="en-US" sz="1376" b="1" i="0" u="none" strike="noStrike" kern="0" cap="none" spc="0" normalizeH="0" baseline="0" noProof="0" dirty="0">
                  <a:ln>
                    <a:noFill/>
                  </a:ln>
                  <a:solidFill>
                    <a:schemeClr val="accent1"/>
                  </a:solidFill>
                  <a:effectLst/>
                  <a:uLnTx/>
                  <a:uFillTx/>
                  <a:latin typeface="Noto Sans SC"/>
                  <a:ea typeface="Noto Sans SC"/>
                  <a:cs typeface="Noto Sans SC"/>
                </a:rPr>
                <a:t>打开冰箱</a:t>
              </a:r>
            </a:p>
          </p:txBody>
        </p:sp>
        <p:sp>
          <p:nvSpPr>
            <p:cNvPr id="62" name="Index-2">
              <a:extLst>
                <a:ext uri="{FF2B5EF4-FFF2-40B4-BE49-F238E27FC236}">
                  <a16:creationId xmlns:a16="http://schemas.microsoft.com/office/drawing/2014/main" id="{6033FAFD-2F5B-76F2-7B19-6B6C6A609657}"/>
                </a:ext>
              </a:extLst>
            </p:cNvPr>
            <p:cNvSpPr/>
            <p:nvPr>
              <p:custDataLst>
                <p:tags r:id="rId3"/>
              </p:custDataLst>
            </p:nvPr>
          </p:nvSpPr>
          <p:spPr>
            <a:xfrm>
              <a:off x="2673599" y="4440684"/>
              <a:ext cx="670486" cy="524636"/>
            </a:xfrm>
            <a:prstGeom prst="hexagon">
              <a:avLst/>
            </a:prstGeom>
            <a:solidFill>
              <a:schemeClr val="accent3"/>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2933" tIns="31466" rIns="62933" bIns="31466" numCol="1" spcCol="0" rtlCol="0" fromWordArt="0" anchor="ctr" anchorCtr="0" forceAA="0" compatLnSpc="1">
              <a:noAutofit/>
            </a:bodyPr>
            <a:lstStyle/>
            <a:p>
              <a:pPr marL="0" algn="ctr" defTabSz="629329" rtl="0" eaLnBrk="1" latinLnBrk="0" hangingPunct="1">
                <a:defRPr sz="1146" kern="1200">
                  <a:solidFill>
                    <a:schemeClr val="tx1"/>
                  </a:solidFill>
                  <a:latin typeface="Noto Sans SC"/>
                  <a:ea typeface="Noto Sans SC"/>
                  <a:cs typeface="Noto Sans SC"/>
                </a:defRPr>
              </a:pPr>
              <a:r>
                <a:rPr lang="en-US" altLang="zh-CN" sz="1273" b="1" kern="1200" dirty="0">
                  <a:solidFill>
                    <a:schemeClr val="bg1"/>
                  </a:solidFill>
                  <a:latin typeface="Noto Sans SC"/>
                  <a:ea typeface="Noto Sans SC"/>
                  <a:cs typeface="Noto Sans SC"/>
                </a:rPr>
                <a:t>02</a:t>
              </a:r>
              <a:endParaRPr lang="zh-CN" altLang="en-US" sz="1273" b="1" kern="1200" dirty="0">
                <a:solidFill>
                  <a:schemeClr val="bg1"/>
                </a:solidFill>
                <a:latin typeface="Noto Sans SC"/>
                <a:ea typeface="Noto Sans SC"/>
                <a:cs typeface="Noto Sans SC"/>
              </a:endParaRPr>
            </a:p>
          </p:txBody>
        </p:sp>
        <p:sp>
          <p:nvSpPr>
            <p:cNvPr id="63" name="Title-2">
              <a:extLst>
                <a:ext uri="{FF2B5EF4-FFF2-40B4-BE49-F238E27FC236}">
                  <a16:creationId xmlns:a16="http://schemas.microsoft.com/office/drawing/2014/main" id="{E919F2E2-C805-27C5-3CF2-FB242B6AB58F}"/>
                </a:ext>
              </a:extLst>
            </p:cNvPr>
            <p:cNvSpPr txBox="1"/>
            <p:nvPr>
              <p:custDataLst>
                <p:tags r:id="rId4"/>
              </p:custDataLst>
            </p:nvPr>
          </p:nvSpPr>
          <p:spPr>
            <a:xfrm>
              <a:off x="3356975" y="4540320"/>
              <a:ext cx="2458594" cy="263420"/>
            </a:xfrm>
            <a:prstGeom prst="rect">
              <a:avLst/>
            </a:prstGeom>
            <a:noFill/>
          </p:spPr>
          <p:txBody>
            <a:bodyPr wrap="square" lIns="62933" tIns="31466" rIns="62933" bIns="31466" rtlCol="0">
              <a:noAutofit/>
            </a:bodyPr>
            <a:lstStyle/>
            <a:p>
              <a:pPr marL="0" marR="0" lvl="0" indent="0" algn="l" defTabSz="629329" rtl="0" eaLnBrk="1" fontAlgn="auto" latinLnBrk="0" hangingPunct="1">
                <a:lnSpc>
                  <a:spcPct val="100000"/>
                </a:lnSpc>
                <a:spcBef>
                  <a:spcPts val="0"/>
                </a:spcBef>
                <a:spcAft>
                  <a:spcPts val="0"/>
                </a:spcAft>
                <a:buClrTx/>
                <a:buSzTx/>
                <a:buFontTx/>
                <a:buNone/>
                <a:defRPr sz="1239"/>
              </a:pPr>
              <a:r>
                <a:rPr kumimoji="0" lang="zh-CN" altLang="en-US" sz="1376" b="1" i="0" u="none" strike="noStrike" kern="0" cap="none" spc="0" normalizeH="0" baseline="0" noProof="0" dirty="0">
                  <a:ln>
                    <a:noFill/>
                  </a:ln>
                  <a:solidFill>
                    <a:schemeClr val="accent3"/>
                  </a:solidFill>
                  <a:effectLst/>
                  <a:uLnTx/>
                  <a:uFillTx/>
                  <a:latin typeface="Noto Sans SC"/>
                  <a:ea typeface="Noto Sans SC"/>
                  <a:cs typeface="Noto Sans SC"/>
                </a:rPr>
                <a:t>把大象放进去</a:t>
              </a:r>
            </a:p>
          </p:txBody>
        </p:sp>
        <p:sp>
          <p:nvSpPr>
            <p:cNvPr id="59" name="Index-3">
              <a:extLst>
                <a:ext uri="{FF2B5EF4-FFF2-40B4-BE49-F238E27FC236}">
                  <a16:creationId xmlns:a16="http://schemas.microsoft.com/office/drawing/2014/main" id="{9D8E5DB2-CFE2-9BF7-663E-87A890295AB3}"/>
                </a:ext>
              </a:extLst>
            </p:cNvPr>
            <p:cNvSpPr/>
            <p:nvPr>
              <p:custDataLst>
                <p:tags r:id="rId5"/>
              </p:custDataLst>
            </p:nvPr>
          </p:nvSpPr>
          <p:spPr>
            <a:xfrm>
              <a:off x="2673598" y="5223356"/>
              <a:ext cx="670487" cy="476623"/>
            </a:xfrm>
            <a:prstGeom prst="hexagon">
              <a:avLst/>
            </a:prstGeom>
            <a:solidFill>
              <a:schemeClr val="accent5"/>
            </a:solidFill>
            <a:ln w="1270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2933" tIns="31466" rIns="62933" bIns="31466" numCol="1" spcCol="0" rtlCol="0" fromWordArt="0" anchor="ctr" anchorCtr="0" forceAA="0" compatLnSpc="1">
              <a:noAutofit/>
            </a:bodyPr>
            <a:lstStyle/>
            <a:p>
              <a:pPr marL="0" algn="ctr" defTabSz="629329" rtl="0" eaLnBrk="1" latinLnBrk="0" hangingPunct="1">
                <a:defRPr sz="1053" kern="1200">
                  <a:solidFill>
                    <a:schemeClr val="tx1"/>
                  </a:solidFill>
                  <a:latin typeface="Noto Sans SC"/>
                  <a:ea typeface="Noto Sans SC"/>
                  <a:cs typeface="Noto Sans SC"/>
                </a:defRPr>
              </a:pPr>
              <a:r>
                <a:rPr lang="en-US" altLang="zh-CN" sz="1170" b="1" kern="1200" dirty="0">
                  <a:solidFill>
                    <a:schemeClr val="bg1"/>
                  </a:solidFill>
                  <a:latin typeface="Noto Sans SC"/>
                  <a:ea typeface="Noto Sans SC"/>
                  <a:cs typeface="Noto Sans SC"/>
                </a:rPr>
                <a:t>03</a:t>
              </a:r>
              <a:endParaRPr lang="zh-CN" altLang="en-US" sz="1170" b="1" kern="1200" dirty="0">
                <a:solidFill>
                  <a:schemeClr val="bg1"/>
                </a:solidFill>
                <a:latin typeface="Noto Sans SC"/>
                <a:ea typeface="Noto Sans SC"/>
                <a:cs typeface="Noto Sans SC"/>
              </a:endParaRPr>
            </a:p>
          </p:txBody>
        </p:sp>
        <p:sp>
          <p:nvSpPr>
            <p:cNvPr id="60" name="Title-3">
              <a:extLst>
                <a:ext uri="{FF2B5EF4-FFF2-40B4-BE49-F238E27FC236}">
                  <a16:creationId xmlns:a16="http://schemas.microsoft.com/office/drawing/2014/main" id="{E0552683-A7F4-78FB-135D-43E28FB43207}"/>
                </a:ext>
              </a:extLst>
            </p:cNvPr>
            <p:cNvSpPr txBox="1"/>
            <p:nvPr>
              <p:custDataLst>
                <p:tags r:id="rId6"/>
              </p:custDataLst>
            </p:nvPr>
          </p:nvSpPr>
          <p:spPr>
            <a:xfrm>
              <a:off x="3406418" y="5329957"/>
              <a:ext cx="2458594" cy="263420"/>
            </a:xfrm>
            <a:prstGeom prst="rect">
              <a:avLst/>
            </a:prstGeom>
            <a:noFill/>
          </p:spPr>
          <p:txBody>
            <a:bodyPr wrap="square" lIns="62933" tIns="31466" rIns="62933" bIns="31466" rtlCol="0">
              <a:noAutofit/>
            </a:bodyPr>
            <a:lstStyle/>
            <a:p>
              <a:pPr marL="0" marR="0" lvl="0" indent="0" algn="l" defTabSz="629329" rtl="0" eaLnBrk="1" fontAlgn="auto" latinLnBrk="0" hangingPunct="1">
                <a:lnSpc>
                  <a:spcPct val="100000"/>
                </a:lnSpc>
                <a:spcBef>
                  <a:spcPts val="0"/>
                </a:spcBef>
                <a:spcAft>
                  <a:spcPts val="0"/>
                </a:spcAft>
                <a:buClrTx/>
                <a:buSzTx/>
                <a:buFontTx/>
                <a:buNone/>
                <a:defRPr sz="1239"/>
              </a:pPr>
              <a:r>
                <a:rPr kumimoji="0" lang="zh-CN" altLang="en-US" sz="1376" b="1" i="0" u="none" strike="noStrike" kern="0" cap="none" spc="0" normalizeH="0" baseline="0" noProof="0" dirty="0">
                  <a:ln>
                    <a:noFill/>
                  </a:ln>
                  <a:solidFill>
                    <a:schemeClr val="accent5"/>
                  </a:solidFill>
                  <a:effectLst/>
                  <a:uLnTx/>
                  <a:uFillTx/>
                  <a:latin typeface="Noto Sans SC"/>
                  <a:ea typeface="Noto Sans SC"/>
                  <a:cs typeface="Noto Sans SC"/>
                </a:rPr>
                <a:t>关上冰箱门</a:t>
              </a:r>
            </a:p>
          </p:txBody>
        </p:sp>
        <p:cxnSp>
          <p:nvCxnSpPr>
            <p:cNvPr id="58" name="0">
              <a:extLst>
                <a:ext uri="{FF2B5EF4-FFF2-40B4-BE49-F238E27FC236}">
                  <a16:creationId xmlns:a16="http://schemas.microsoft.com/office/drawing/2014/main" id="{74AAC964-310A-05ED-A52A-F978F7808A58}"/>
                </a:ext>
              </a:extLst>
            </p:cNvPr>
            <p:cNvCxnSpPr/>
            <p:nvPr/>
          </p:nvCxnSpPr>
          <p:spPr>
            <a:xfrm>
              <a:off x="3012572" y="4201831"/>
              <a:ext cx="0" cy="215135"/>
            </a:xfrm>
            <a:prstGeom prst="straightConnector1">
              <a:avLst/>
            </a:prstGeom>
            <a:ln w="12700" cap="rnd">
              <a:solidFill>
                <a:schemeClr val="tx2">
                  <a:alpha val="50000"/>
                </a:schemeClr>
              </a:solidFill>
              <a:prstDash val="sysDash"/>
              <a:round/>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0925EF17-2F49-76A1-4106-F230858B4F1F}"/>
                </a:ext>
              </a:extLst>
            </p:cNvPr>
            <p:cNvSpPr txBox="1"/>
            <p:nvPr/>
          </p:nvSpPr>
          <p:spPr>
            <a:xfrm>
              <a:off x="2213560" y="5837928"/>
              <a:ext cx="4323522" cy="417358"/>
            </a:xfrm>
            <a:prstGeom prst="rect">
              <a:avLst/>
            </a:prstGeom>
            <a:noFill/>
          </p:spPr>
          <p:txBody>
            <a:bodyPr wrap="square" lIns="62933" tIns="31466" rIns="62933" bIns="31466">
              <a:noAutofit/>
            </a:bodyPr>
            <a:lstStyle/>
            <a:p>
              <a:pPr marL="0" algn="l" defTabSz="629329" rtl="0" eaLnBrk="1" latinLnBrk="0" hangingPunct="1">
                <a:defRPr sz="1239" kern="1200">
                  <a:solidFill>
                    <a:schemeClr val="tx1"/>
                  </a:solidFill>
                  <a:latin typeface="Noto Sans SC"/>
                  <a:ea typeface="Noto Sans SC"/>
                  <a:cs typeface="Noto Sans SC"/>
                </a:defRPr>
              </a:pPr>
              <a:r>
                <a:rPr lang="zh-CN" altLang="en-US" sz="1239" kern="1200" dirty="0">
                  <a:solidFill>
                    <a:schemeClr val="tx1"/>
                  </a:solidFill>
                  <a:latin typeface="Noto Sans SC"/>
                  <a:ea typeface="Noto Sans SC"/>
                  <a:cs typeface="Noto Sans SC"/>
                </a:rPr>
                <a:t>面向过程的思维</a:t>
              </a:r>
              <a:r>
                <a:rPr lang="en-US" altLang="zh-CN" sz="1239" kern="1200" dirty="0">
                  <a:solidFill>
                    <a:schemeClr val="tx1"/>
                  </a:solidFill>
                  <a:latin typeface="Noto Sans SC"/>
                  <a:ea typeface="Noto Sans SC"/>
                  <a:cs typeface="Noto Sans SC"/>
                </a:rPr>
                <a:t>: </a:t>
              </a:r>
              <a:r>
                <a:rPr lang="zh-CN" altLang="en-US" sz="1239" kern="1200" dirty="0">
                  <a:solidFill>
                    <a:schemeClr val="tx1"/>
                  </a:solidFill>
                  <a:latin typeface="Noto Sans SC"/>
                  <a:ea typeface="Noto Sans SC"/>
                  <a:cs typeface="Noto Sans SC"/>
                </a:rPr>
                <a:t>把大象放进冰箱里</a:t>
              </a:r>
            </a:p>
          </p:txBody>
        </p:sp>
        <p:cxnSp>
          <p:nvCxnSpPr>
            <p:cNvPr id="71" name="0">
              <a:extLst>
                <a:ext uri="{FF2B5EF4-FFF2-40B4-BE49-F238E27FC236}">
                  <a16:creationId xmlns:a16="http://schemas.microsoft.com/office/drawing/2014/main" id="{854412D3-7D1A-D39C-0811-E9816C9D1A63}"/>
                </a:ext>
              </a:extLst>
            </p:cNvPr>
            <p:cNvCxnSpPr/>
            <p:nvPr/>
          </p:nvCxnSpPr>
          <p:spPr>
            <a:xfrm>
              <a:off x="3028662" y="4978987"/>
              <a:ext cx="0" cy="215135"/>
            </a:xfrm>
            <a:prstGeom prst="straightConnector1">
              <a:avLst/>
            </a:prstGeom>
            <a:ln w="12700" cap="rnd">
              <a:solidFill>
                <a:schemeClr val="tx2">
                  <a:alpha val="50000"/>
                </a:schemeClr>
              </a:solidFill>
              <a:prstDash val="sysDash"/>
              <a:round/>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D9402498-1ABD-F3FE-79E4-1B6A3AF43294}"/>
                </a:ext>
              </a:extLst>
            </p:cNvPr>
            <p:cNvSpPr/>
            <p:nvPr/>
          </p:nvSpPr>
          <p:spPr>
            <a:xfrm>
              <a:off x="1847045" y="3471382"/>
              <a:ext cx="4666686" cy="2834436"/>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lIns="62933" tIns="31466" rIns="62933" bIns="31466" rtlCol="0" anchor="ctr">
              <a:noAutofit/>
            </a:bodyPr>
            <a:lstStyle/>
            <a:p>
              <a:pPr marL="0" algn="ctr" defTabSz="629329" rtl="0" eaLnBrk="1" latinLnBrk="0" hangingPunct="1">
                <a:defRPr sz="1239" kern="1200">
                  <a:solidFill>
                    <a:schemeClr val="tx1"/>
                  </a:solidFill>
                  <a:latin typeface="Noto Sans SC"/>
                  <a:ea typeface="Noto Sans SC"/>
                  <a:cs typeface="Noto Sans SC"/>
                </a:defRPr>
              </a:pPr>
              <a:endParaRPr lang="zh-CN" altLang="en-US" sz="1239" kern="1200">
                <a:solidFill>
                  <a:schemeClr val="tx1"/>
                </a:solidFill>
                <a:latin typeface="Noto Sans SC"/>
                <a:ea typeface="Noto Sans SC"/>
                <a:cs typeface="Noto Sans SC"/>
              </a:endParaRPr>
            </a:p>
          </p:txBody>
        </p:sp>
      </p:grpSp>
      <p:pic>
        <p:nvPicPr>
          <p:cNvPr id="78" name="图片 77">
            <a:extLst>
              <a:ext uri="{FF2B5EF4-FFF2-40B4-BE49-F238E27FC236}">
                <a16:creationId xmlns:a16="http://schemas.microsoft.com/office/drawing/2014/main" id="{901F527C-4203-376F-D15A-FA7D94E4F79A}"/>
              </a:ext>
            </a:extLst>
          </p:cNvPr>
          <p:cNvPicPr>
            <a:picLocks noChangeAspect="1"/>
          </p:cNvPicPr>
          <p:nvPr/>
        </p:nvPicPr>
        <p:blipFill>
          <a:blip r:embed="rId10"/>
          <a:stretch>
            <a:fillRect/>
          </a:stretch>
        </p:blipFill>
        <p:spPr>
          <a:xfrm>
            <a:off x="5989182" y="3064677"/>
            <a:ext cx="991699" cy="1100136"/>
          </a:xfrm>
          <a:prstGeom prst="rect">
            <a:avLst/>
          </a:prstGeom>
        </p:spPr>
      </p:pic>
      <p:sp>
        <p:nvSpPr>
          <p:cNvPr id="80" name="文本框 79">
            <a:extLst>
              <a:ext uri="{FF2B5EF4-FFF2-40B4-BE49-F238E27FC236}">
                <a16:creationId xmlns:a16="http://schemas.microsoft.com/office/drawing/2014/main" id="{8F4B5D10-6D9C-C8BE-F293-44C73376CA41}"/>
              </a:ext>
            </a:extLst>
          </p:cNvPr>
          <p:cNvSpPr txBox="1"/>
          <p:nvPr/>
        </p:nvSpPr>
        <p:spPr>
          <a:xfrm>
            <a:off x="7128292" y="3290452"/>
            <a:ext cx="991699" cy="635475"/>
          </a:xfrm>
          <a:prstGeom prst="rect">
            <a:avLst/>
          </a:prstGeom>
          <a:noFill/>
        </p:spPr>
        <p:txBody>
          <a:bodyPr wrap="square" lIns="62933" tIns="31466" rIns="62933" bIns="31466">
            <a:noAutofit/>
          </a:bodyPr>
          <a:lstStyle/>
          <a:p>
            <a:pPr marL="0" marR="0" lvl="0" algn="l" defTabSz="629329" rtl="0" eaLnBrk="1" fontAlgn="base" latinLnBrk="0" hangingPunct="1">
              <a:lnSpc>
                <a:spcPct val="100000"/>
              </a:lnSpc>
              <a:spcBef>
                <a:spcPct val="0"/>
              </a:spcBef>
              <a:spcAft>
                <a:spcPct val="0"/>
              </a:spcAft>
              <a:buClrTx/>
              <a:buSzTx/>
              <a:defRPr sz="1239"/>
            </a:pPr>
            <a:r>
              <a:rPr kumimoji="1" lang="zh-CN" altLang="en-US" sz="1239" b="0" i="0" u="none" strike="noStrike" kern="1200" cap="none" spc="0" normalizeH="0" baseline="0" noProof="0" dirty="0">
                <a:ln>
                  <a:noFill/>
                </a:ln>
                <a:solidFill>
                  <a:srgbClr val="A41F35"/>
                </a:solidFill>
                <a:effectLst/>
                <a:uLnTx/>
                <a:uFillTx/>
                <a:latin typeface="Noto Sans SC"/>
                <a:ea typeface="Noto Sans SC"/>
                <a:cs typeface="Noto Sans SC"/>
              </a:rPr>
              <a:t>一个能把大象放进冰箱里的存在</a:t>
            </a:r>
            <a:endParaRPr kumimoji="1" lang="en-US" altLang="zh-CN" sz="1239" b="0" i="0" u="none" strike="noStrike" kern="1200" cap="none" spc="0" normalizeH="0" baseline="0" noProof="0" dirty="0">
              <a:ln>
                <a:noFill/>
              </a:ln>
              <a:solidFill>
                <a:srgbClr val="A41F35"/>
              </a:solidFill>
              <a:effectLst/>
              <a:uLnTx/>
              <a:uFillTx/>
              <a:latin typeface="Noto Sans SC"/>
              <a:ea typeface="Noto Sans SC"/>
              <a:cs typeface="Noto Sans SC"/>
            </a:endParaRPr>
          </a:p>
        </p:txBody>
      </p:sp>
      <p:sp>
        <p:nvSpPr>
          <p:cNvPr id="92" name="椭圆 91">
            <a:extLst>
              <a:ext uri="{FF2B5EF4-FFF2-40B4-BE49-F238E27FC236}">
                <a16:creationId xmlns:a16="http://schemas.microsoft.com/office/drawing/2014/main" id="{68C7DA60-B55C-6A7B-D9D1-D1E44F209E25}"/>
              </a:ext>
            </a:extLst>
          </p:cNvPr>
          <p:cNvSpPr/>
          <p:nvPr/>
        </p:nvSpPr>
        <p:spPr>
          <a:xfrm>
            <a:off x="4742074" y="2853050"/>
            <a:ext cx="359616" cy="3586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oAutofit/>
          </a:bodyPr>
          <a:lstStyle/>
          <a:p>
            <a:pPr marL="0" algn="ctr" defTabSz="629329" rtl="0" eaLnBrk="1" latinLnBrk="0" hangingPunct="1">
              <a:defRPr sz="1239" b="1" kern="1200">
                <a:solidFill>
                  <a:srgbClr val="FFFFFF"/>
                </a:solidFill>
                <a:latin typeface="Noto Sans SC"/>
                <a:ea typeface="Noto Sans SC"/>
                <a:cs typeface="Noto Sans SC"/>
              </a:defRPr>
            </a:pPr>
            <a:r>
              <a:rPr lang="en-US" altLang="zh-CN" sz="1376" b="1" kern="1200" dirty="0">
                <a:solidFill>
                  <a:srgbClr val="FFFFFF"/>
                </a:solidFill>
                <a:latin typeface="Noto Sans SC"/>
                <a:ea typeface="Noto Sans SC"/>
                <a:cs typeface="Noto Sans SC"/>
              </a:rPr>
              <a:t>1</a:t>
            </a:r>
            <a:endParaRPr lang="zh-CN" altLang="en-US" sz="1376" b="1" kern="1200" dirty="0">
              <a:solidFill>
                <a:srgbClr val="FFFFFF"/>
              </a:solidFill>
              <a:latin typeface="Noto Sans SC"/>
              <a:ea typeface="Noto Sans SC"/>
              <a:cs typeface="Noto Sans SC"/>
            </a:endParaRPr>
          </a:p>
        </p:txBody>
      </p:sp>
      <p:sp>
        <p:nvSpPr>
          <p:cNvPr id="93" name="椭圆 92">
            <a:extLst>
              <a:ext uri="{FF2B5EF4-FFF2-40B4-BE49-F238E27FC236}">
                <a16:creationId xmlns:a16="http://schemas.microsoft.com/office/drawing/2014/main" id="{74D40CB2-EAC2-7A87-14DA-C7F7F0775F3E}"/>
              </a:ext>
            </a:extLst>
          </p:cNvPr>
          <p:cNvSpPr/>
          <p:nvPr/>
        </p:nvSpPr>
        <p:spPr>
          <a:xfrm>
            <a:off x="5785641" y="2853050"/>
            <a:ext cx="359616" cy="358607"/>
          </a:xfrm>
          <a:prstGeom prst="ellipse">
            <a:avLst/>
          </a:prstGeom>
          <a:solidFill>
            <a:srgbClr val="196B24"/>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oAutofit/>
          </a:bodyPr>
          <a:lstStyle/>
          <a:p>
            <a:pPr marL="0" algn="ctr" defTabSz="629329" rtl="0" eaLnBrk="1" latinLnBrk="0" hangingPunct="1">
              <a:defRPr sz="1239" b="1" kern="1200">
                <a:solidFill>
                  <a:srgbClr val="FFFFFF"/>
                </a:solidFill>
                <a:latin typeface="Noto Sans SC"/>
                <a:ea typeface="Noto Sans SC"/>
                <a:cs typeface="Noto Sans SC"/>
              </a:defRPr>
            </a:pPr>
            <a:r>
              <a:rPr lang="en-US" altLang="zh-CN" sz="1376" b="1" kern="1200" dirty="0">
                <a:solidFill>
                  <a:srgbClr val="FFFFFF"/>
                </a:solidFill>
                <a:latin typeface="Noto Sans SC"/>
                <a:ea typeface="Noto Sans SC"/>
                <a:cs typeface="Noto Sans SC"/>
              </a:rPr>
              <a:t>2</a:t>
            </a:r>
            <a:endParaRPr lang="zh-CN" altLang="en-US" sz="1376" b="1" kern="1200" dirty="0">
              <a:solidFill>
                <a:srgbClr val="FFFFFF"/>
              </a:solidFill>
              <a:latin typeface="Noto Sans SC"/>
              <a:ea typeface="Noto Sans SC"/>
              <a:cs typeface="Noto Sans SC"/>
            </a:endParaRPr>
          </a:p>
        </p:txBody>
      </p:sp>
      <p:sp>
        <p:nvSpPr>
          <p:cNvPr id="94" name="椭圆 93">
            <a:extLst>
              <a:ext uri="{FF2B5EF4-FFF2-40B4-BE49-F238E27FC236}">
                <a16:creationId xmlns:a16="http://schemas.microsoft.com/office/drawing/2014/main" id="{73C44C56-8E04-6FDC-A427-78B6795E62D0}"/>
              </a:ext>
            </a:extLst>
          </p:cNvPr>
          <p:cNvSpPr/>
          <p:nvPr/>
        </p:nvSpPr>
        <p:spPr>
          <a:xfrm>
            <a:off x="7147137" y="2837120"/>
            <a:ext cx="359616" cy="358607"/>
          </a:xfrm>
          <a:prstGeom prst="ellipse">
            <a:avLst/>
          </a:prstGeom>
          <a:solidFill>
            <a:srgbClr val="A02B9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oAutofit/>
          </a:bodyPr>
          <a:lstStyle/>
          <a:p>
            <a:pPr marL="0" algn="ctr" defTabSz="629329" rtl="0" eaLnBrk="1" latinLnBrk="0" hangingPunct="1">
              <a:defRPr sz="1239" b="1" kern="1200">
                <a:solidFill>
                  <a:srgbClr val="FFFFFF"/>
                </a:solidFill>
                <a:latin typeface="Noto Sans SC"/>
                <a:ea typeface="Noto Sans SC"/>
                <a:cs typeface="Noto Sans SC"/>
              </a:defRPr>
            </a:pPr>
            <a:r>
              <a:rPr lang="en-US" altLang="zh-CN" sz="1376" b="1" kern="1200" dirty="0">
                <a:solidFill>
                  <a:srgbClr val="FFFFFF"/>
                </a:solidFill>
                <a:latin typeface="Noto Sans SC"/>
                <a:ea typeface="Noto Sans SC"/>
                <a:cs typeface="Noto Sans SC"/>
              </a:rPr>
              <a:t>3</a:t>
            </a:r>
            <a:endParaRPr lang="zh-CN" altLang="en-US" sz="1376" b="1" kern="1200" dirty="0">
              <a:solidFill>
                <a:srgbClr val="FFFFFF"/>
              </a:solidFill>
              <a:latin typeface="Noto Sans SC"/>
              <a:ea typeface="Noto Sans SC"/>
              <a:cs typeface="Noto Sans SC"/>
            </a:endParaRPr>
          </a:p>
        </p:txBody>
      </p:sp>
      <p:sp>
        <p:nvSpPr>
          <p:cNvPr id="95" name="矩形 94">
            <a:extLst>
              <a:ext uri="{FF2B5EF4-FFF2-40B4-BE49-F238E27FC236}">
                <a16:creationId xmlns:a16="http://schemas.microsoft.com/office/drawing/2014/main" id="{41FBC48F-C8AB-A6C5-04B1-D99EA8081C66}"/>
              </a:ext>
            </a:extLst>
          </p:cNvPr>
          <p:cNvSpPr/>
          <p:nvPr/>
        </p:nvSpPr>
        <p:spPr>
          <a:xfrm>
            <a:off x="4460760" y="2798822"/>
            <a:ext cx="3697794" cy="1801753"/>
          </a:xfrm>
          <a:prstGeom prst="rect">
            <a:avLst/>
          </a:prstGeom>
          <a:noFill/>
          <a:ln w="4370"/>
        </p:spPr>
        <p:style>
          <a:lnRef idx="2">
            <a:schemeClr val="accent1">
              <a:shade val="15000"/>
            </a:schemeClr>
          </a:lnRef>
          <a:fillRef idx="1">
            <a:schemeClr val="accent1"/>
          </a:fillRef>
          <a:effectRef idx="0">
            <a:schemeClr val="accent1"/>
          </a:effectRef>
          <a:fontRef idx="minor">
            <a:schemeClr val="lt1"/>
          </a:fontRef>
        </p:style>
        <p:txBody>
          <a:bodyPr lIns="62933" tIns="31466" rIns="62933" bIns="31466" rtlCol="0" anchor="ctr">
            <a:noAutofit/>
          </a:bodyPr>
          <a:lstStyle/>
          <a:p>
            <a:pPr marL="0" algn="ctr" defTabSz="629329" rtl="0" eaLnBrk="1" latinLnBrk="0" hangingPunct="1">
              <a:defRPr sz="1239" kern="1200">
                <a:solidFill>
                  <a:schemeClr val="tx1"/>
                </a:solidFill>
                <a:latin typeface="Noto Sans SC"/>
                <a:ea typeface="Noto Sans SC"/>
                <a:cs typeface="Noto Sans SC"/>
              </a:defRPr>
            </a:pPr>
            <a:endParaRPr lang="zh-CN" altLang="en-US" sz="1239" kern="1200">
              <a:solidFill>
                <a:schemeClr val="tx1"/>
              </a:solidFill>
              <a:latin typeface="Noto Sans SC"/>
              <a:ea typeface="Noto Sans SC"/>
              <a:cs typeface="Noto Sans SC"/>
            </a:endParaRPr>
          </a:p>
        </p:txBody>
      </p:sp>
      <p:sp>
        <p:nvSpPr>
          <p:cNvPr id="10000" name="frame-24">
            <a:extLst>
              <a:ext uri="{FF2B5EF4-FFF2-40B4-BE49-F238E27FC236}">
                <a16:creationId xmlns:a16="http://schemas.microsoft.com/office/drawing/2014/main" id="{821BE750-2F3C-4F3F-92E4-AEE1BA757FEF}"/>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面向对象的思维</a:t>
            </a:r>
          </a:p>
        </p:txBody>
      </p:sp>
      <p:sp>
        <p:nvSpPr>
          <p:cNvPr id="10001" name="frame-25">
            <a:extLst>
              <a:ext uri="{FF2B5EF4-FFF2-40B4-BE49-F238E27FC236}">
                <a16:creationId xmlns:a16="http://schemas.microsoft.com/office/drawing/2014/main" id="{E3BCF5BE-4712-4BF6-886C-4936FB545AD1}"/>
              </a:ext>
            </a:extLst>
          </p:cNvPr>
          <p:cNvSpPr>
            <a:spLocks noGrp="1"/>
          </p:cNvSpPr>
          <p:nvPr/>
        </p:nvSpPr>
        <p:spPr>
          <a:xfrm>
            <a:off x="476250" y="904875"/>
            <a:ext cx="8191500" cy="7620"/>
          </a:xfrm>
          <a:prstGeom prst="rect">
            <a:avLst/>
          </a:prstGeom>
          <a:solidFill>
            <a:srgbClr val="D9D4CA"/>
          </a:solidFill>
          <a:ln w="0">
            <a:noFill/>
          </a:ln>
        </p:spPr>
      </p:sp>
      <p:sp>
        <p:nvSpPr>
          <p:cNvPr id="10002" name="frame-26">
            <a:extLst>
              <a:ext uri="{FF2B5EF4-FFF2-40B4-BE49-F238E27FC236}">
                <a16:creationId xmlns:a16="http://schemas.microsoft.com/office/drawing/2014/main" id="{27B86243-6D50-4B75-A94F-9BDDA162A974}"/>
              </a:ext>
            </a:extLst>
          </p:cNvPr>
          <p:cNvSpPr>
            <a:spLocks noGrp="1"/>
          </p:cNvSpPr>
          <p:nvPr/>
        </p:nvSpPr>
        <p:spPr>
          <a:xfrm>
            <a:off x="476250" y="4762500"/>
            <a:ext cx="8191500" cy="7620"/>
          </a:xfrm>
          <a:prstGeom prst="rect">
            <a:avLst/>
          </a:prstGeom>
          <a:solidFill>
            <a:srgbClr val="D9D4CA"/>
          </a:solidFill>
          <a:ln w="0">
            <a:noFill/>
          </a:ln>
        </p:spPr>
      </p:sp>
      <p:sp>
        <p:nvSpPr>
          <p:cNvPr id="10003" name="frame-27">
            <a:extLst>
              <a:ext uri="{FF2B5EF4-FFF2-40B4-BE49-F238E27FC236}">
                <a16:creationId xmlns:a16="http://schemas.microsoft.com/office/drawing/2014/main" id="{D509D23B-311B-4EA3-9E73-7BD7176E2CFD}"/>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28">
            <a:extLst>
              <a:ext uri="{FF2B5EF4-FFF2-40B4-BE49-F238E27FC236}">
                <a16:creationId xmlns:a16="http://schemas.microsoft.com/office/drawing/2014/main" id="{7C7FE265-B9C5-4FE5-8EBE-0A204829A44D}"/>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06 / 38</a:t>
            </a:r>
          </a:p>
        </p:txBody>
      </p:sp>
      <p:pic>
        <p:nvPicPr>
          <p:cNvPr id="10005" name="Picture 10004"/>
          <p:cNvPicPr>
            <a:picLocks noChangeAspect="1"/>
          </p:cNvPicPr>
          <p:nvPr/>
        </p:nvPicPr>
        <p:blipFill>
          <a:blip r:embed="rId11"/>
          <a:stretch/>
        </p:blipFill>
        <p:spPr>
          <a:xfrm>
            <a:off x="7496175" y="347601"/>
            <a:ext cx="1171575" cy="219198"/>
          </a:xfrm>
          <a:prstGeom prst="rect">
            <a:avLst/>
          </a:prstGeom>
        </p:spPr>
      </p:pic>
    </p:spTree>
    <p:extLst>
      <p:ext uri="{BB962C8B-B14F-4D97-AF65-F5344CB8AC3E}">
        <p14:creationId xmlns:p14="http://schemas.microsoft.com/office/powerpoint/2010/main" val="3231299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a:extLst>
            <a:ext uri="{FF2B5EF4-FFF2-40B4-BE49-F238E27FC236}">
              <a16:creationId xmlns:a16="http://schemas.microsoft.com/office/drawing/2014/main" id="{C8DE1A56-9E64-0E0A-F954-F843782E13C0}"/>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679EBE1D-7607-F4F5-DD7A-6B9D2020458F}"/>
              </a:ext>
            </a:extLst>
          </p:cNvPr>
          <p:cNvGrpSpPr/>
          <p:nvPr/>
        </p:nvGrpSpPr>
        <p:grpSpPr>
          <a:xfrm>
            <a:off x="961905" y="1578315"/>
            <a:ext cx="6895715" cy="586613"/>
            <a:chOff x="1003851" y="2652468"/>
            <a:chExt cx="9873255" cy="839910"/>
          </a:xfrm>
        </p:grpSpPr>
        <p:sp>
          <p:nvSpPr>
            <p:cNvPr id="38" name="0">
              <a:extLst>
                <a:ext uri="{FF2B5EF4-FFF2-40B4-BE49-F238E27FC236}">
                  <a16:creationId xmlns:a16="http://schemas.microsoft.com/office/drawing/2014/main" id="{ABE18985-2D89-2D21-B819-C97D620F6035}"/>
                </a:ext>
              </a:extLst>
            </p:cNvPr>
            <p:cNvSpPr/>
            <p:nvPr/>
          </p:nvSpPr>
          <p:spPr>
            <a:xfrm>
              <a:off x="1003851" y="2652468"/>
              <a:ext cx="9873255" cy="839910"/>
            </a:xfrm>
            <a:prstGeom prst="chevron">
              <a:avLst/>
            </a:prstGeom>
            <a:gradFill>
              <a:gsLst>
                <a:gs pos="70000">
                  <a:schemeClr val="accent2">
                    <a:lumMod val="20000"/>
                    <a:lumOff val="80000"/>
                    <a:alpha val="19000"/>
                  </a:schemeClr>
                </a:gs>
                <a:gs pos="0">
                  <a:schemeClr val="accent2">
                    <a:lumMod val="20000"/>
                    <a:lumOff val="80000"/>
                    <a:alpha val="35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sp>
          <p:nvSpPr>
            <p:cNvPr id="39" name="0">
              <a:extLst>
                <a:ext uri="{FF2B5EF4-FFF2-40B4-BE49-F238E27FC236}">
                  <a16:creationId xmlns:a16="http://schemas.microsoft.com/office/drawing/2014/main" id="{22CB553E-A03E-54CF-49A0-30E1F7D92EED}"/>
                </a:ext>
              </a:extLst>
            </p:cNvPr>
            <p:cNvSpPr/>
            <p:nvPr/>
          </p:nvSpPr>
          <p:spPr>
            <a:xfrm>
              <a:off x="1477562" y="2834744"/>
              <a:ext cx="9123218" cy="475358"/>
            </a:xfrm>
            <a:prstGeom prst="chevron">
              <a:avLst/>
            </a:prstGeom>
            <a:gradFill>
              <a:gsLst>
                <a:gs pos="39000">
                  <a:schemeClr val="accent2">
                    <a:lumMod val="20000"/>
                    <a:lumOff val="80000"/>
                    <a:alpha val="35000"/>
                  </a:schemeClr>
                </a:gs>
                <a:gs pos="0">
                  <a:schemeClr val="accent2">
                    <a:lumMod val="20000"/>
                    <a:lumOff val="80000"/>
                    <a:alpha val="6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sp>
          <p:nvSpPr>
            <p:cNvPr id="40" name="0">
              <a:extLst>
                <a:ext uri="{FF2B5EF4-FFF2-40B4-BE49-F238E27FC236}">
                  <a16:creationId xmlns:a16="http://schemas.microsoft.com/office/drawing/2014/main" id="{5F7DE286-6BE8-F38C-A7C1-647778EF3FA1}"/>
                </a:ext>
              </a:extLst>
            </p:cNvPr>
            <p:cNvSpPr/>
            <p:nvPr/>
          </p:nvSpPr>
          <p:spPr>
            <a:xfrm>
              <a:off x="1863944" y="2900888"/>
              <a:ext cx="8446363" cy="345232"/>
            </a:xfrm>
            <a:prstGeom prst="rightArrow">
              <a:avLst>
                <a:gd name="adj1" fmla="val 32342"/>
                <a:gd name="adj2" fmla="val 50000"/>
              </a:avLst>
            </a:prstGeom>
            <a:gradFill flip="none" rotWithShape="1">
              <a:gsLst>
                <a:gs pos="43000">
                  <a:schemeClr val="accent2"/>
                </a:gs>
                <a:gs pos="100000">
                  <a:schemeClr val="accent2">
                    <a:lumMod val="60000"/>
                    <a:lumOff val="4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cxnSp>
          <p:nvCxnSpPr>
            <p:cNvPr id="41" name="0">
              <a:extLst>
                <a:ext uri="{FF2B5EF4-FFF2-40B4-BE49-F238E27FC236}">
                  <a16:creationId xmlns:a16="http://schemas.microsoft.com/office/drawing/2014/main" id="{3BECDFC6-0AB5-9965-E5D0-824A5413716E}"/>
                </a:ext>
              </a:extLst>
            </p:cNvPr>
            <p:cNvCxnSpPr>
              <a:cxnSpLocks/>
            </p:cNvCxnSpPr>
            <p:nvPr/>
          </p:nvCxnSpPr>
          <p:spPr>
            <a:xfrm flipH="1">
              <a:off x="1099595" y="2652468"/>
              <a:ext cx="9341729" cy="0"/>
            </a:xfrm>
            <a:prstGeom prst="line">
              <a:avLst/>
            </a:prstGeom>
            <a:ln w="19050">
              <a:gradFill flip="none" rotWithShape="1">
                <a:gsLst>
                  <a:gs pos="0">
                    <a:schemeClr val="accent2">
                      <a:lumMod val="20000"/>
                      <a:lumOff val="80000"/>
                      <a:alpha val="0"/>
                    </a:schemeClr>
                  </a:gs>
                  <a:gs pos="100000">
                    <a:schemeClr val="accent2">
                      <a:lumMod val="40000"/>
                      <a:lumOff val="6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grpSp>
        <p:nvGrpSpPr>
          <p:cNvPr id="141" name="组合 140">
            <a:extLst>
              <a:ext uri="{FF2B5EF4-FFF2-40B4-BE49-F238E27FC236}">
                <a16:creationId xmlns:a16="http://schemas.microsoft.com/office/drawing/2014/main" id="{2C85B6F0-9325-C736-9B8F-8A1D9601704C}"/>
              </a:ext>
            </a:extLst>
          </p:cNvPr>
          <p:cNvGrpSpPr/>
          <p:nvPr/>
        </p:nvGrpSpPr>
        <p:grpSpPr>
          <a:xfrm>
            <a:off x="2360240" y="1705621"/>
            <a:ext cx="1133382" cy="2095312"/>
            <a:chOff x="2947810" y="2402575"/>
            <a:chExt cx="1622771" cy="3000059"/>
          </a:xfrm>
        </p:grpSpPr>
        <p:grpSp>
          <p:nvGrpSpPr>
            <p:cNvPr id="139" name="组合 138">
              <a:extLst>
                <a:ext uri="{FF2B5EF4-FFF2-40B4-BE49-F238E27FC236}">
                  <a16:creationId xmlns:a16="http://schemas.microsoft.com/office/drawing/2014/main" id="{A4D89A6B-AAB2-9263-39D1-F5751318B1A6}"/>
                </a:ext>
              </a:extLst>
            </p:cNvPr>
            <p:cNvGrpSpPr/>
            <p:nvPr/>
          </p:nvGrpSpPr>
          <p:grpSpPr>
            <a:xfrm>
              <a:off x="2947810" y="2402575"/>
              <a:ext cx="1622771" cy="3000059"/>
              <a:chOff x="2947810" y="2402575"/>
              <a:chExt cx="1622771" cy="3000059"/>
            </a:xfrm>
          </p:grpSpPr>
          <p:grpSp>
            <p:nvGrpSpPr>
              <p:cNvPr id="136" name="组合 135">
                <a:extLst>
                  <a:ext uri="{FF2B5EF4-FFF2-40B4-BE49-F238E27FC236}">
                    <a16:creationId xmlns:a16="http://schemas.microsoft.com/office/drawing/2014/main" id="{59432E1C-FD7D-EB56-3EDF-3B29B1DCFBD3}"/>
                  </a:ext>
                </a:extLst>
              </p:cNvPr>
              <p:cNvGrpSpPr/>
              <p:nvPr/>
            </p:nvGrpSpPr>
            <p:grpSpPr>
              <a:xfrm>
                <a:off x="2947810" y="2463743"/>
                <a:ext cx="1622771" cy="2938891"/>
                <a:chOff x="2947810" y="2463743"/>
                <a:chExt cx="1622771" cy="2938891"/>
              </a:xfrm>
            </p:grpSpPr>
            <p:sp>
              <p:nvSpPr>
                <p:cNvPr id="31" name="1">
                  <a:extLst>
                    <a:ext uri="{FF2B5EF4-FFF2-40B4-BE49-F238E27FC236}">
                      <a16:creationId xmlns:a16="http://schemas.microsoft.com/office/drawing/2014/main" id="{3CCAA57A-4677-C101-FEBC-6B8CCCF669A7}"/>
                    </a:ext>
                  </a:extLst>
                </p:cNvPr>
                <p:cNvSpPr/>
                <p:nvPr/>
              </p:nvSpPr>
              <p:spPr>
                <a:xfrm rot="2700000" flipH="1">
                  <a:off x="3037209" y="3934096"/>
                  <a:ext cx="1465740" cy="1471335"/>
                </a:xfrm>
                <a:prstGeom prst="teardrop">
                  <a:avLst/>
                </a:prstGeom>
                <a:solidFill>
                  <a:schemeClr val="bg1"/>
                </a:solidFill>
                <a:ln w="19050">
                  <a:solidFill>
                    <a:schemeClr val="accent2">
                      <a:lumMod val="60000"/>
                      <a:lumOff val="40000"/>
                    </a:schemeClr>
                  </a:solid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sp>
              <p:nvSpPr>
                <p:cNvPr id="33" name="1">
                  <a:extLst>
                    <a:ext uri="{FF2B5EF4-FFF2-40B4-BE49-F238E27FC236}">
                      <a16:creationId xmlns:a16="http://schemas.microsoft.com/office/drawing/2014/main" id="{F5D17519-4150-F2FD-76CC-91C7E8D90377}"/>
                    </a:ext>
                  </a:extLst>
                </p:cNvPr>
                <p:cNvSpPr/>
                <p:nvPr/>
              </p:nvSpPr>
              <p:spPr>
                <a:xfrm>
                  <a:off x="3599926" y="2463743"/>
                  <a:ext cx="342692" cy="342692"/>
                </a:xfrm>
                <a:prstGeom prst="ellipse">
                  <a:avLst/>
                </a:prstGeom>
                <a:gradFill flip="none" rotWithShape="1">
                  <a:gsLst>
                    <a:gs pos="29000">
                      <a:schemeClr val="accent2"/>
                    </a:gs>
                    <a:gs pos="100000">
                      <a:schemeClr val="accent2">
                        <a:lumMod val="75000"/>
                      </a:schemeClr>
                    </a:gs>
                  </a:gsLst>
                  <a:lin ang="2700000" scaled="1"/>
                  <a:tileRect/>
                </a:gradFill>
                <a:ln w="19050">
                  <a:no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cxnSp>
              <p:nvCxnSpPr>
                <p:cNvPr id="35" name="1">
                  <a:extLst>
                    <a:ext uri="{FF2B5EF4-FFF2-40B4-BE49-F238E27FC236}">
                      <a16:creationId xmlns:a16="http://schemas.microsoft.com/office/drawing/2014/main" id="{5E57A18F-81AE-1354-A818-92B89D253F4F}"/>
                    </a:ext>
                  </a:extLst>
                </p:cNvPr>
                <p:cNvCxnSpPr>
                  <a:cxnSpLocks/>
                  <a:stCxn id="33" idx="4"/>
                  <a:endCxn id="31" idx="7"/>
                </p:cNvCxnSpPr>
                <p:nvPr/>
              </p:nvCxnSpPr>
              <p:spPr>
                <a:xfrm>
                  <a:off x="3771272" y="2806435"/>
                  <a:ext cx="785" cy="824916"/>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6" name="Title-1">
                  <a:extLst>
                    <a:ext uri="{FF2B5EF4-FFF2-40B4-BE49-F238E27FC236}">
                      <a16:creationId xmlns:a16="http://schemas.microsoft.com/office/drawing/2014/main" id="{878AD0B5-0020-B615-0724-B0D9FF9E675A}"/>
                    </a:ext>
                  </a:extLst>
                </p:cNvPr>
                <p:cNvSpPr txBox="1"/>
                <p:nvPr>
                  <p:custDataLst>
                    <p:tags r:id="rId6"/>
                  </p:custDataLst>
                </p:nvPr>
              </p:nvSpPr>
              <p:spPr>
                <a:xfrm>
                  <a:off x="2947810" y="4320148"/>
                  <a:ext cx="1622771" cy="701346"/>
                </a:xfrm>
                <a:prstGeom prst="rect">
                  <a:avLst/>
                </a:prstGeom>
                <a:noFill/>
              </p:spPr>
              <p:txBody>
                <a:bodyPr wrap="square" lIns="0" tIns="0" rIns="0" bIns="0" rtlCol="0">
                  <a:noAutofit/>
                </a:bodyPr>
                <a:lstStyle/>
                <a:p>
                  <a:pPr marL="0" algn="ctr" defTabSz="638639" rtl="0" eaLnBrk="1" latinLnBrk="0" hangingPunct="1">
                    <a:defRPr sz="1257" kern="1200">
                      <a:solidFill>
                        <a:srgbClr val="4D5563"/>
                      </a:solidFill>
                      <a:latin typeface="Noto Sans SC"/>
                      <a:ea typeface="Noto Sans SC"/>
                      <a:cs typeface="Noto Sans SC"/>
                    </a:defRPr>
                  </a:pPr>
                  <a:r>
                    <a:rPr lang="zh-CN" altLang="en-US" sz="1117" b="1" kern="1200" dirty="0">
                      <a:solidFill>
                        <a:srgbClr val="4D5563"/>
                      </a:solidFill>
                      <a:latin typeface="Noto Sans SC"/>
                      <a:ea typeface="Noto Sans SC"/>
                      <a:cs typeface="Noto Sans SC"/>
                    </a:rPr>
                    <a:t>面向</a:t>
                  </a:r>
                  <a:r>
                    <a:rPr lang="en-US" altLang="zh-CN" sz="1117" b="1" kern="1200" dirty="0">
                      <a:solidFill>
                        <a:srgbClr val="4D5563"/>
                      </a:solidFill>
                      <a:latin typeface="Noto Sans SC"/>
                      <a:ea typeface="Noto Sans SC"/>
                      <a:cs typeface="Noto Sans SC"/>
                    </a:rPr>
                    <a:t>OO</a:t>
                  </a:r>
                  <a:r>
                    <a:rPr lang="zh-CN" altLang="en-US" sz="1117" b="1" kern="1200" dirty="0">
                      <a:solidFill>
                        <a:srgbClr val="4D5563"/>
                      </a:solidFill>
                      <a:latin typeface="Noto Sans SC"/>
                      <a:ea typeface="Noto Sans SC"/>
                      <a:cs typeface="Noto Sans SC"/>
                    </a:rPr>
                    <a:t>的需求获取怎么做</a:t>
                  </a:r>
                </a:p>
              </p:txBody>
            </p:sp>
          </p:grpSp>
          <p:sp>
            <p:nvSpPr>
              <p:cNvPr id="32" name="1">
                <a:extLst>
                  <a:ext uri="{FF2B5EF4-FFF2-40B4-BE49-F238E27FC236}">
                    <a16:creationId xmlns:a16="http://schemas.microsoft.com/office/drawing/2014/main" id="{9B56412B-33B7-C419-3CCF-5F401AFFED2A}"/>
                  </a:ext>
                </a:extLst>
              </p:cNvPr>
              <p:cNvSpPr/>
              <p:nvPr/>
            </p:nvSpPr>
            <p:spPr>
              <a:xfrm>
                <a:off x="3532512" y="2402575"/>
                <a:ext cx="477520" cy="477520"/>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grpSp>
        <p:pic>
          <p:nvPicPr>
            <p:cNvPr id="34" name="1" descr="艺术">
              <a:extLst>
                <a:ext uri="{FF2B5EF4-FFF2-40B4-BE49-F238E27FC236}">
                  <a16:creationId xmlns:a16="http://schemas.microsoft.com/office/drawing/2014/main" id="{3B378F3E-6785-AEB8-F80F-1FF9426A1C0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713986" y="2569821"/>
              <a:ext cx="130535" cy="130535"/>
            </a:xfrm>
            <a:prstGeom prst="rect">
              <a:avLst/>
            </a:prstGeom>
          </p:spPr>
        </p:pic>
      </p:grpSp>
      <p:sp>
        <p:nvSpPr>
          <p:cNvPr id="37" name="Body-1">
            <a:extLst>
              <a:ext uri="{FF2B5EF4-FFF2-40B4-BE49-F238E27FC236}">
                <a16:creationId xmlns:a16="http://schemas.microsoft.com/office/drawing/2014/main" id="{CF440F03-A396-B8B0-20C1-233A7852B16C}"/>
              </a:ext>
            </a:extLst>
          </p:cNvPr>
          <p:cNvSpPr txBox="1"/>
          <p:nvPr>
            <p:custDataLst>
              <p:tags r:id="rId1"/>
            </p:custDataLst>
          </p:nvPr>
        </p:nvSpPr>
        <p:spPr>
          <a:xfrm>
            <a:off x="2551254" y="1232972"/>
            <a:ext cx="768224" cy="265967"/>
          </a:xfrm>
          <a:prstGeom prst="rect">
            <a:avLst/>
          </a:prstGeom>
          <a:noFill/>
        </p:spPr>
        <p:txBody>
          <a:bodyPr wrap="none" lIns="63864" tIns="31932" rIns="63864" bIns="31932" rtlCol="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048" kern="1200" dirty="0">
              <a:solidFill>
                <a:schemeClr val="tx1">
                  <a:lumMod val="90000"/>
                  <a:lumOff val="10000"/>
                </a:schemeClr>
              </a:solidFill>
              <a:latin typeface="Noto Sans SC"/>
              <a:ea typeface="Noto Sans SC"/>
              <a:cs typeface="Noto Sans SC"/>
            </a:endParaRPr>
          </a:p>
        </p:txBody>
      </p:sp>
      <p:sp>
        <p:nvSpPr>
          <p:cNvPr id="25" name="2">
            <a:extLst>
              <a:ext uri="{FF2B5EF4-FFF2-40B4-BE49-F238E27FC236}">
                <a16:creationId xmlns:a16="http://schemas.microsoft.com/office/drawing/2014/main" id="{EBCD9B72-D7FA-3454-F994-2B56D06F2FB4}"/>
              </a:ext>
            </a:extLst>
          </p:cNvPr>
          <p:cNvSpPr/>
          <p:nvPr/>
        </p:nvSpPr>
        <p:spPr>
          <a:xfrm>
            <a:off x="4244490" y="1705621"/>
            <a:ext cx="333511" cy="333511"/>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grpSp>
        <p:nvGrpSpPr>
          <p:cNvPr id="142" name="组合 141">
            <a:extLst>
              <a:ext uri="{FF2B5EF4-FFF2-40B4-BE49-F238E27FC236}">
                <a16:creationId xmlns:a16="http://schemas.microsoft.com/office/drawing/2014/main" id="{8E7C3E64-343F-648E-338B-8ED3B2AC2B08}"/>
              </a:ext>
            </a:extLst>
          </p:cNvPr>
          <p:cNvGrpSpPr/>
          <p:nvPr/>
        </p:nvGrpSpPr>
        <p:grpSpPr>
          <a:xfrm>
            <a:off x="3857305" y="1748342"/>
            <a:ext cx="1098210" cy="2113021"/>
            <a:chOff x="5091301" y="2463743"/>
            <a:chExt cx="1572413" cy="3025414"/>
          </a:xfrm>
        </p:grpSpPr>
        <p:sp>
          <p:nvSpPr>
            <p:cNvPr id="26" name="2">
              <a:extLst>
                <a:ext uri="{FF2B5EF4-FFF2-40B4-BE49-F238E27FC236}">
                  <a16:creationId xmlns:a16="http://schemas.microsoft.com/office/drawing/2014/main" id="{F7CC6239-0597-6496-B728-03C1C5EA3561}"/>
                </a:ext>
              </a:extLst>
            </p:cNvPr>
            <p:cNvSpPr/>
            <p:nvPr/>
          </p:nvSpPr>
          <p:spPr>
            <a:xfrm>
              <a:off x="5713084" y="2463743"/>
              <a:ext cx="342692" cy="342692"/>
            </a:xfrm>
            <a:prstGeom prst="ellipse">
              <a:avLst/>
            </a:prstGeom>
            <a:gradFill flip="none" rotWithShape="1">
              <a:gsLst>
                <a:gs pos="29000">
                  <a:schemeClr val="accent2"/>
                </a:gs>
                <a:gs pos="100000">
                  <a:schemeClr val="accent2">
                    <a:lumMod val="75000"/>
                  </a:schemeClr>
                </a:gs>
              </a:gsLst>
              <a:lin ang="2700000" scaled="1"/>
              <a:tileRect/>
            </a:gradFill>
            <a:ln w="19050">
              <a:no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grpSp>
          <p:nvGrpSpPr>
            <p:cNvPr id="137" name="组合 136">
              <a:extLst>
                <a:ext uri="{FF2B5EF4-FFF2-40B4-BE49-F238E27FC236}">
                  <a16:creationId xmlns:a16="http://schemas.microsoft.com/office/drawing/2014/main" id="{7AC86D52-77A5-2EC2-CA67-6FBE0DF5F285}"/>
                </a:ext>
              </a:extLst>
            </p:cNvPr>
            <p:cNvGrpSpPr/>
            <p:nvPr/>
          </p:nvGrpSpPr>
          <p:grpSpPr>
            <a:xfrm>
              <a:off x="5091301" y="2542877"/>
              <a:ext cx="1572413" cy="2946280"/>
              <a:chOff x="5091301" y="2542877"/>
              <a:chExt cx="1572413" cy="2946280"/>
            </a:xfrm>
          </p:grpSpPr>
          <p:sp>
            <p:nvSpPr>
              <p:cNvPr id="24" name="2">
                <a:extLst>
                  <a:ext uri="{FF2B5EF4-FFF2-40B4-BE49-F238E27FC236}">
                    <a16:creationId xmlns:a16="http://schemas.microsoft.com/office/drawing/2014/main" id="{A33C97D6-D9C8-3644-93A3-43A800002DE6}"/>
                  </a:ext>
                </a:extLst>
              </p:cNvPr>
              <p:cNvSpPr/>
              <p:nvPr/>
            </p:nvSpPr>
            <p:spPr>
              <a:xfrm rot="2700000" flipH="1">
                <a:off x="5098967" y="3924410"/>
                <a:ext cx="1561347" cy="1568147"/>
              </a:xfrm>
              <a:prstGeom prst="teardrop">
                <a:avLst/>
              </a:prstGeom>
              <a:gradFill flip="none" rotWithShape="1">
                <a:gsLst>
                  <a:gs pos="29000">
                    <a:schemeClr val="accent2"/>
                  </a:gs>
                  <a:gs pos="100000">
                    <a:schemeClr val="accent2">
                      <a:lumMod val="75000"/>
                    </a:schemeClr>
                  </a:gs>
                </a:gsLst>
                <a:lin ang="10800000" scaled="1"/>
                <a:tileRect/>
              </a:gradFill>
              <a:ln w="19050">
                <a:no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pic>
            <p:nvPicPr>
              <p:cNvPr id="27" name="2" descr="研究创新">
                <a:extLst>
                  <a:ext uri="{FF2B5EF4-FFF2-40B4-BE49-F238E27FC236}">
                    <a16:creationId xmlns:a16="http://schemas.microsoft.com/office/drawing/2014/main" id="{04D05660-4197-0921-87FB-720FAA21813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90293" y="2542877"/>
                <a:ext cx="177380" cy="177380"/>
              </a:xfrm>
              <a:prstGeom prst="rect">
                <a:avLst/>
              </a:prstGeom>
            </p:spPr>
          </p:pic>
          <p:cxnSp>
            <p:nvCxnSpPr>
              <p:cNvPr id="28" name="2">
                <a:extLst>
                  <a:ext uri="{FF2B5EF4-FFF2-40B4-BE49-F238E27FC236}">
                    <a16:creationId xmlns:a16="http://schemas.microsoft.com/office/drawing/2014/main" id="{D0C76FA5-9EBA-5A0F-649B-5DC8FBD7A66D}"/>
                  </a:ext>
                </a:extLst>
              </p:cNvPr>
              <p:cNvCxnSpPr>
                <a:cxnSpLocks/>
                <a:endCxn id="24" idx="7"/>
              </p:cNvCxnSpPr>
              <p:nvPr/>
            </p:nvCxnSpPr>
            <p:spPr>
              <a:xfrm>
                <a:off x="5874066" y="2806435"/>
                <a:ext cx="7979" cy="795605"/>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9" name="Title-2">
                <a:extLst>
                  <a:ext uri="{FF2B5EF4-FFF2-40B4-BE49-F238E27FC236}">
                    <a16:creationId xmlns:a16="http://schemas.microsoft.com/office/drawing/2014/main" id="{822A9750-FCD9-D180-CB50-C57E6C0862D2}"/>
                  </a:ext>
                </a:extLst>
              </p:cNvPr>
              <p:cNvSpPr txBox="1"/>
              <p:nvPr>
                <p:custDataLst>
                  <p:tags r:id="rId5"/>
                </p:custDataLst>
              </p:nvPr>
            </p:nvSpPr>
            <p:spPr>
              <a:xfrm>
                <a:off x="5091301" y="4323867"/>
                <a:ext cx="1565529" cy="701346"/>
              </a:xfrm>
              <a:prstGeom prst="rect">
                <a:avLst/>
              </a:prstGeom>
              <a:noFill/>
            </p:spPr>
            <p:txBody>
              <a:bodyPr wrap="square" lIns="63864" tIns="31932" rIns="63864" bIns="31932" rtlCol="0">
                <a:noAutofit/>
              </a:bodyPr>
              <a:lstStyle/>
              <a:p>
                <a:pPr marL="0" algn="ctr" defTabSz="638639" rtl="0" eaLnBrk="1" latinLnBrk="0" hangingPunct="1">
                  <a:defRPr sz="1257" kern="1200">
                    <a:solidFill>
                      <a:schemeClr val="tx1"/>
                    </a:solidFill>
                    <a:latin typeface="Noto Sans SC"/>
                    <a:ea typeface="Noto Sans SC"/>
                    <a:cs typeface="Noto Sans SC"/>
                  </a:defRPr>
                </a:pPr>
                <a:r>
                  <a:rPr lang="zh-CN" altLang="en-US" sz="1117" b="1" kern="1200" dirty="0">
                    <a:solidFill>
                      <a:schemeClr val="bg1"/>
                    </a:solidFill>
                    <a:latin typeface="Noto Sans SC"/>
                    <a:ea typeface="Noto Sans SC"/>
                    <a:cs typeface="Noto Sans SC"/>
                  </a:rPr>
                  <a:t>面向</a:t>
                </a:r>
                <a:r>
                  <a:rPr lang="en-US" altLang="zh-CN" sz="1117" b="1" kern="1200" dirty="0">
                    <a:solidFill>
                      <a:schemeClr val="bg1"/>
                    </a:solidFill>
                    <a:latin typeface="Noto Sans SC"/>
                    <a:ea typeface="Noto Sans SC"/>
                    <a:cs typeface="Noto Sans SC"/>
                  </a:rPr>
                  <a:t>OO</a:t>
                </a:r>
                <a:r>
                  <a:rPr lang="zh-CN" altLang="en-US" sz="1117" b="1" kern="1200" dirty="0">
                    <a:solidFill>
                      <a:schemeClr val="bg1"/>
                    </a:solidFill>
                    <a:latin typeface="Noto Sans SC"/>
                    <a:ea typeface="Noto Sans SC"/>
                    <a:cs typeface="Noto Sans SC"/>
                  </a:rPr>
                  <a:t>的需求分析怎么做</a:t>
                </a:r>
              </a:p>
            </p:txBody>
          </p:sp>
        </p:grpSp>
      </p:grpSp>
      <p:sp>
        <p:nvSpPr>
          <p:cNvPr id="30" name="Body-2">
            <a:extLst>
              <a:ext uri="{FF2B5EF4-FFF2-40B4-BE49-F238E27FC236}">
                <a16:creationId xmlns:a16="http://schemas.microsoft.com/office/drawing/2014/main" id="{EAFF948F-0CAC-247A-F08B-22D91B3E66FC}"/>
              </a:ext>
            </a:extLst>
          </p:cNvPr>
          <p:cNvSpPr txBox="1"/>
          <p:nvPr>
            <p:custDataLst>
              <p:tags r:id="rId2"/>
            </p:custDataLst>
          </p:nvPr>
        </p:nvSpPr>
        <p:spPr>
          <a:xfrm>
            <a:off x="4021276" y="1230212"/>
            <a:ext cx="768224" cy="265967"/>
          </a:xfrm>
          <a:prstGeom prst="rect">
            <a:avLst/>
          </a:prstGeom>
          <a:noFill/>
        </p:spPr>
        <p:txBody>
          <a:bodyPr wrap="none" lIns="63864" tIns="31932" rIns="63864" bIns="31932" rtlCol="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048" kern="1200" dirty="0">
              <a:solidFill>
                <a:schemeClr val="tx1">
                  <a:lumMod val="90000"/>
                  <a:lumOff val="10000"/>
                </a:schemeClr>
              </a:solidFill>
              <a:latin typeface="Noto Sans SC"/>
              <a:ea typeface="Noto Sans SC"/>
              <a:cs typeface="Noto Sans SC"/>
            </a:endParaRPr>
          </a:p>
        </p:txBody>
      </p:sp>
      <p:sp>
        <p:nvSpPr>
          <p:cNvPr id="17" name="3">
            <a:extLst>
              <a:ext uri="{FF2B5EF4-FFF2-40B4-BE49-F238E27FC236}">
                <a16:creationId xmlns:a16="http://schemas.microsoft.com/office/drawing/2014/main" id="{EC19A580-4269-8A65-F3CE-8FC9166AFD71}"/>
              </a:ext>
            </a:extLst>
          </p:cNvPr>
          <p:cNvSpPr/>
          <p:nvPr/>
        </p:nvSpPr>
        <p:spPr>
          <a:xfrm>
            <a:off x="5711987" y="1705621"/>
            <a:ext cx="333511" cy="333511"/>
          </a:xfrm>
          <a:prstGeom prst="ellipse">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tx1"/>
              </a:solidFill>
              <a:latin typeface="Noto Sans SC"/>
              <a:ea typeface="Noto Sans SC"/>
              <a:cs typeface="Noto Sans SC"/>
            </a:endParaRPr>
          </a:p>
        </p:txBody>
      </p:sp>
      <p:grpSp>
        <p:nvGrpSpPr>
          <p:cNvPr id="140" name="组合 139">
            <a:extLst>
              <a:ext uri="{FF2B5EF4-FFF2-40B4-BE49-F238E27FC236}">
                <a16:creationId xmlns:a16="http://schemas.microsoft.com/office/drawing/2014/main" id="{6CB85E98-738B-E84C-4024-041A54A96AD1}"/>
              </a:ext>
            </a:extLst>
          </p:cNvPr>
          <p:cNvGrpSpPr/>
          <p:nvPr/>
        </p:nvGrpSpPr>
        <p:grpSpPr>
          <a:xfrm>
            <a:off x="5338621" y="1748342"/>
            <a:ext cx="1133382" cy="2121750"/>
            <a:chOff x="7212242" y="2463743"/>
            <a:chExt cx="1622771" cy="3037913"/>
          </a:xfrm>
        </p:grpSpPr>
        <p:grpSp>
          <p:nvGrpSpPr>
            <p:cNvPr id="138" name="组合 137">
              <a:extLst>
                <a:ext uri="{FF2B5EF4-FFF2-40B4-BE49-F238E27FC236}">
                  <a16:creationId xmlns:a16="http://schemas.microsoft.com/office/drawing/2014/main" id="{BB4FAA6B-2AF8-73B6-544A-2FBA275D7A90}"/>
                </a:ext>
              </a:extLst>
            </p:cNvPr>
            <p:cNvGrpSpPr/>
            <p:nvPr/>
          </p:nvGrpSpPr>
          <p:grpSpPr>
            <a:xfrm>
              <a:off x="7212242" y="2463743"/>
              <a:ext cx="1622771" cy="3037913"/>
              <a:chOff x="7212242" y="2463743"/>
              <a:chExt cx="1622771" cy="3037913"/>
            </a:xfrm>
          </p:grpSpPr>
          <p:sp>
            <p:nvSpPr>
              <p:cNvPr id="18" name="3">
                <a:extLst>
                  <a:ext uri="{FF2B5EF4-FFF2-40B4-BE49-F238E27FC236}">
                    <a16:creationId xmlns:a16="http://schemas.microsoft.com/office/drawing/2014/main" id="{CDD223AC-8DEB-E7D5-CC75-FD21BE23B1E2}"/>
                  </a:ext>
                </a:extLst>
              </p:cNvPr>
              <p:cNvSpPr/>
              <p:nvPr/>
            </p:nvSpPr>
            <p:spPr>
              <a:xfrm>
                <a:off x="7814240" y="2463743"/>
                <a:ext cx="342692" cy="342692"/>
              </a:xfrm>
              <a:prstGeom prst="ellipse">
                <a:avLst/>
              </a:prstGeom>
              <a:gradFill flip="none" rotWithShape="1">
                <a:gsLst>
                  <a:gs pos="29000">
                    <a:schemeClr val="accent2"/>
                  </a:gs>
                  <a:gs pos="100000">
                    <a:schemeClr val="accent2">
                      <a:lumMod val="75000"/>
                    </a:schemeClr>
                  </a:gs>
                </a:gsLst>
                <a:lin ang="2700000" scaled="1"/>
                <a:tileRect/>
              </a:gradFill>
              <a:ln w="19050">
                <a:no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sp>
            <p:nvSpPr>
              <p:cNvPr id="19" name="3">
                <a:extLst>
                  <a:ext uri="{FF2B5EF4-FFF2-40B4-BE49-F238E27FC236}">
                    <a16:creationId xmlns:a16="http://schemas.microsoft.com/office/drawing/2014/main" id="{A3324790-C7A0-3E1B-28FD-E669FE6D09D3}"/>
                  </a:ext>
                </a:extLst>
              </p:cNvPr>
              <p:cNvSpPr/>
              <p:nvPr/>
            </p:nvSpPr>
            <p:spPr>
              <a:xfrm rot="2700000" flipH="1">
                <a:off x="7210894" y="3936909"/>
                <a:ext cx="1586345" cy="1543149"/>
              </a:xfrm>
              <a:prstGeom prst="teardrop">
                <a:avLst/>
              </a:prstGeom>
              <a:solidFill>
                <a:schemeClr val="bg1"/>
              </a:solidFill>
              <a:ln w="19050">
                <a:solidFill>
                  <a:schemeClr val="accent2">
                    <a:lumMod val="60000"/>
                    <a:lumOff val="40000"/>
                  </a:schemeClr>
                </a:solidFill>
              </a:ln>
              <a:effectLst>
                <a:outerShdw blurRad="190500" dist="114300" dir="2400000" sx="103000" sy="103000" algn="tl" rotWithShape="0">
                  <a:schemeClr val="accent2">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100573" rIns="0" bIns="0" rtlCol="0" anchor="t" anchorCtr="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978" b="1" kern="1200">
                  <a:solidFill>
                    <a:schemeClr val="tx1"/>
                  </a:solidFill>
                  <a:latin typeface="Noto Sans SC"/>
                  <a:ea typeface="Noto Sans SC"/>
                  <a:cs typeface="Noto Sans SC"/>
                </a:endParaRPr>
              </a:p>
            </p:txBody>
          </p:sp>
          <p:cxnSp>
            <p:nvCxnSpPr>
              <p:cNvPr id="21" name="3">
                <a:extLst>
                  <a:ext uri="{FF2B5EF4-FFF2-40B4-BE49-F238E27FC236}">
                    <a16:creationId xmlns:a16="http://schemas.microsoft.com/office/drawing/2014/main" id="{74212831-5019-E79B-FCC4-C3A205277265}"/>
                  </a:ext>
                </a:extLst>
              </p:cNvPr>
              <p:cNvCxnSpPr>
                <a:cxnSpLocks/>
                <a:endCxn id="19" idx="7"/>
              </p:cNvCxnSpPr>
              <p:nvPr/>
            </p:nvCxnSpPr>
            <p:spPr>
              <a:xfrm>
                <a:off x="7980816" y="2806435"/>
                <a:ext cx="7978" cy="795605"/>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8" name="Title-1">
                <a:extLst>
                  <a:ext uri="{FF2B5EF4-FFF2-40B4-BE49-F238E27FC236}">
                    <a16:creationId xmlns:a16="http://schemas.microsoft.com/office/drawing/2014/main" id="{4CE97158-1196-21BA-A107-0E349442E366}"/>
                  </a:ext>
                </a:extLst>
              </p:cNvPr>
              <p:cNvSpPr txBox="1"/>
              <p:nvPr>
                <p:custDataLst>
                  <p:tags r:id="rId4"/>
                </p:custDataLst>
              </p:nvPr>
            </p:nvSpPr>
            <p:spPr>
              <a:xfrm>
                <a:off x="7212242" y="4324716"/>
                <a:ext cx="1622771" cy="701346"/>
              </a:xfrm>
              <a:prstGeom prst="rect">
                <a:avLst/>
              </a:prstGeom>
              <a:noFill/>
            </p:spPr>
            <p:txBody>
              <a:bodyPr wrap="square" lIns="0" tIns="0" rIns="0" bIns="0" rtlCol="0">
                <a:noAutofit/>
              </a:bodyPr>
              <a:lstStyle/>
              <a:p>
                <a:pPr marL="0" algn="ctr" defTabSz="638639" rtl="0" eaLnBrk="1" latinLnBrk="0" hangingPunct="1">
                  <a:defRPr sz="1257" kern="1200">
                    <a:solidFill>
                      <a:srgbClr val="4D5563"/>
                    </a:solidFill>
                    <a:latin typeface="Noto Sans SC"/>
                    <a:ea typeface="Noto Sans SC"/>
                    <a:cs typeface="Noto Sans SC"/>
                  </a:defRPr>
                </a:pPr>
                <a:r>
                  <a:rPr lang="zh-CN" altLang="en-US" sz="1117" b="1" kern="1200" dirty="0">
                    <a:solidFill>
                      <a:srgbClr val="4D5563"/>
                    </a:solidFill>
                    <a:latin typeface="Noto Sans SC"/>
                    <a:ea typeface="Noto Sans SC"/>
                    <a:cs typeface="Noto Sans SC"/>
                  </a:rPr>
                  <a:t>面向</a:t>
                </a:r>
                <a:r>
                  <a:rPr lang="en-US" altLang="zh-CN" sz="1117" b="1" kern="1200" dirty="0">
                    <a:solidFill>
                      <a:srgbClr val="4D5563"/>
                    </a:solidFill>
                    <a:latin typeface="Noto Sans SC"/>
                    <a:ea typeface="Noto Sans SC"/>
                    <a:cs typeface="Noto Sans SC"/>
                  </a:rPr>
                  <a:t>OO</a:t>
                </a:r>
                <a:r>
                  <a:rPr lang="zh-CN" altLang="en-US" sz="1117" b="1" kern="1200" dirty="0">
                    <a:solidFill>
                      <a:srgbClr val="4D5563"/>
                    </a:solidFill>
                    <a:latin typeface="Noto Sans SC"/>
                    <a:ea typeface="Noto Sans SC"/>
                    <a:cs typeface="Noto Sans SC"/>
                  </a:rPr>
                  <a:t>的系统设计怎么做</a:t>
                </a:r>
              </a:p>
            </p:txBody>
          </p:sp>
        </p:grpSp>
        <p:pic>
          <p:nvPicPr>
            <p:cNvPr id="20" name="3" descr="艺术">
              <a:extLst>
                <a:ext uri="{FF2B5EF4-FFF2-40B4-BE49-F238E27FC236}">
                  <a16:creationId xmlns:a16="http://schemas.microsoft.com/office/drawing/2014/main" id="{9614666E-B834-4140-F03D-2399B1F8C0D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23530" y="2569821"/>
              <a:ext cx="130535" cy="130535"/>
            </a:xfrm>
            <a:prstGeom prst="rect">
              <a:avLst/>
            </a:prstGeom>
          </p:spPr>
        </p:pic>
      </p:grpSp>
      <p:sp>
        <p:nvSpPr>
          <p:cNvPr id="23" name="Body-3">
            <a:extLst>
              <a:ext uri="{FF2B5EF4-FFF2-40B4-BE49-F238E27FC236}">
                <a16:creationId xmlns:a16="http://schemas.microsoft.com/office/drawing/2014/main" id="{098096DB-2EFA-E7A8-DF90-2B83A5ADEC22}"/>
              </a:ext>
            </a:extLst>
          </p:cNvPr>
          <p:cNvSpPr txBox="1"/>
          <p:nvPr>
            <p:custDataLst>
              <p:tags r:id="rId3"/>
            </p:custDataLst>
          </p:nvPr>
        </p:nvSpPr>
        <p:spPr>
          <a:xfrm>
            <a:off x="5491299" y="1231587"/>
            <a:ext cx="768224" cy="265967"/>
          </a:xfrm>
          <a:prstGeom prst="rect">
            <a:avLst/>
          </a:prstGeom>
          <a:noFill/>
        </p:spPr>
        <p:txBody>
          <a:bodyPr wrap="none" lIns="63864" tIns="31932" rIns="63864" bIns="31932" rtlCol="0">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048" kern="1200" dirty="0">
              <a:solidFill>
                <a:schemeClr val="tx1">
                  <a:lumMod val="90000"/>
                  <a:lumOff val="10000"/>
                </a:schemeClr>
              </a:solidFill>
              <a:latin typeface="Noto Sans SC"/>
              <a:ea typeface="Noto Sans SC"/>
              <a:cs typeface="Noto Sans SC"/>
            </a:endParaRPr>
          </a:p>
        </p:txBody>
      </p:sp>
      <p:sp>
        <p:nvSpPr>
          <p:cNvPr id="7" name="文本框 6">
            <a:extLst>
              <a:ext uri="{FF2B5EF4-FFF2-40B4-BE49-F238E27FC236}">
                <a16:creationId xmlns:a16="http://schemas.microsoft.com/office/drawing/2014/main" id="{DEFF500A-8928-6B77-2CDF-84A544867B06}"/>
              </a:ext>
            </a:extLst>
          </p:cNvPr>
          <p:cNvSpPr txBox="1"/>
          <p:nvPr/>
        </p:nvSpPr>
        <p:spPr>
          <a:xfrm>
            <a:off x="476250" y="1729049"/>
            <a:ext cx="988809" cy="322438"/>
          </a:xfrm>
          <a:prstGeom prst="rect">
            <a:avLst/>
          </a:prstGeom>
          <a:solidFill>
            <a:srgbClr val="FFFFFF"/>
          </a:solidFill>
        </p:spPr>
        <p:txBody>
          <a:bodyPr wrap="none" lIns="63864" tIns="31932" rIns="63864" bIns="31932" rtlCol="0">
            <a:noAutofit/>
          </a:bodyPr>
          <a:lstStyle/>
          <a:p>
            <a:pPr marL="0" algn="l" defTabSz="638639" rtl="0" eaLnBrk="1" latinLnBrk="0" hangingPunct="1">
              <a:defRPr sz="1257">
                <a:latin typeface="Noto Sans SC" panose="020B0503020204020204" pitchFamily="34" charset="-122"/>
                <a:ea typeface="Noto Sans SC" panose="020B0503020204020204" pitchFamily="34" charset="-122"/>
              </a:defRPr>
            </a:pPr>
            <a:r>
              <a:rPr lang="zh-CN" altLang="en-US" sz="1676" dirty="0">
                <a:latin typeface="Noto Sans SC"/>
                <a:ea typeface="Noto Sans SC"/>
                <a:cs typeface="Noto Sans SC"/>
              </a:rPr>
              <a:t>现实世界</a:t>
            </a:r>
          </a:p>
        </p:txBody>
      </p:sp>
      <p:sp>
        <p:nvSpPr>
          <p:cNvPr id="8" name="文本框 7">
            <a:extLst>
              <a:ext uri="{FF2B5EF4-FFF2-40B4-BE49-F238E27FC236}">
                <a16:creationId xmlns:a16="http://schemas.microsoft.com/office/drawing/2014/main" id="{8090369A-8ECA-0C0B-FF2D-1CD3C5EC6D82}"/>
              </a:ext>
            </a:extLst>
          </p:cNvPr>
          <p:cNvSpPr txBox="1"/>
          <p:nvPr/>
        </p:nvSpPr>
        <p:spPr>
          <a:xfrm>
            <a:off x="7678941" y="1729049"/>
            <a:ext cx="988809" cy="322438"/>
          </a:xfrm>
          <a:prstGeom prst="rect">
            <a:avLst/>
          </a:prstGeom>
          <a:solidFill>
            <a:schemeClr val="bg1"/>
          </a:solidFill>
        </p:spPr>
        <p:txBody>
          <a:bodyPr wrap="none" lIns="63864" tIns="31932" rIns="63864" bIns="31932" rtlCol="0">
            <a:noAutofit/>
          </a:bodyPr>
          <a:lstStyle/>
          <a:p>
            <a:pPr marL="0" algn="l" defTabSz="638639" rtl="0" eaLnBrk="1" latinLnBrk="0" hangingPunct="1">
              <a:defRPr sz="1257" kern="1200">
                <a:solidFill>
                  <a:schemeClr val="tx1"/>
                </a:solidFill>
                <a:latin typeface="Noto Sans SC"/>
                <a:ea typeface="Noto Sans SC"/>
                <a:cs typeface="Noto Sans SC"/>
              </a:defRPr>
            </a:pPr>
            <a:r>
              <a:rPr lang="zh-CN" altLang="en-US" sz="1676" kern="1200" dirty="0">
                <a:solidFill>
                  <a:schemeClr val="tx1"/>
                </a:solidFill>
                <a:latin typeface="Noto Sans SC"/>
                <a:ea typeface="Noto Sans SC"/>
                <a:cs typeface="Noto Sans SC"/>
              </a:rPr>
              <a:t>对象世界</a:t>
            </a:r>
          </a:p>
        </p:txBody>
      </p:sp>
      <p:sp>
        <p:nvSpPr>
          <p:cNvPr id="2" name="文本框 1">
            <a:extLst>
              <a:ext uri="{FF2B5EF4-FFF2-40B4-BE49-F238E27FC236}">
                <a16:creationId xmlns:a16="http://schemas.microsoft.com/office/drawing/2014/main" id="{07C2D5AA-CDF2-CA89-95C4-F749D7038B96}"/>
              </a:ext>
            </a:extLst>
          </p:cNvPr>
          <p:cNvSpPr txBox="1"/>
          <p:nvPr/>
        </p:nvSpPr>
        <p:spPr>
          <a:xfrm>
            <a:off x="3695342" y="1076325"/>
            <a:ext cx="1633684" cy="365429"/>
          </a:xfrm>
          <a:prstGeom prst="rect">
            <a:avLst/>
          </a:prstGeom>
          <a:noFill/>
        </p:spPr>
        <p:txBody>
          <a:bodyPr wrap="none" lIns="63864" tIns="31932" rIns="63864" bIns="31932" rtlCol="0">
            <a:noAutofit/>
          </a:bodyPr>
          <a:lstStyle/>
          <a:p>
            <a:pPr marL="0" algn="l" defTabSz="638639" rtl="0" eaLnBrk="1" latinLnBrk="0" hangingPunct="1">
              <a:defRPr sz="1257" kern="1200">
                <a:solidFill>
                  <a:schemeClr val="tx1"/>
                </a:solidFill>
                <a:latin typeface="Noto Sans SC"/>
                <a:ea typeface="Noto Sans SC"/>
                <a:cs typeface="Noto Sans SC"/>
              </a:defRPr>
            </a:pPr>
            <a:r>
              <a:rPr lang="en-US" altLang="zh-CN" sz="1956" kern="1200" dirty="0">
                <a:solidFill>
                  <a:schemeClr val="tx1"/>
                </a:solidFill>
                <a:latin typeface="Noto Sans SC"/>
                <a:ea typeface="Noto Sans SC"/>
                <a:cs typeface="Noto Sans SC"/>
              </a:rPr>
              <a:t>“</a:t>
            </a:r>
            <a:r>
              <a:rPr lang="zh-CN" altLang="en-US" sz="1956" kern="1200" dirty="0">
                <a:solidFill>
                  <a:schemeClr val="tx1"/>
                </a:solidFill>
                <a:latin typeface="Noto Sans SC"/>
                <a:ea typeface="Noto Sans SC"/>
                <a:cs typeface="Noto Sans SC"/>
              </a:rPr>
              <a:t>抽象</a:t>
            </a:r>
            <a:r>
              <a:rPr lang="en-US" altLang="zh-CN" sz="1956" kern="1200" dirty="0">
                <a:solidFill>
                  <a:schemeClr val="tx1"/>
                </a:solidFill>
                <a:latin typeface="Noto Sans SC"/>
                <a:ea typeface="Noto Sans SC"/>
                <a:cs typeface="Noto Sans SC"/>
              </a:rPr>
              <a:t>”</a:t>
            </a:r>
            <a:r>
              <a:rPr lang="zh-CN" altLang="en-US" sz="1956" kern="1200" dirty="0">
                <a:solidFill>
                  <a:schemeClr val="tx1"/>
                </a:solidFill>
                <a:latin typeface="Noto Sans SC"/>
                <a:ea typeface="Noto Sans SC"/>
                <a:cs typeface="Noto Sans SC"/>
              </a:rPr>
              <a:t>鸿沟</a:t>
            </a:r>
          </a:p>
        </p:txBody>
      </p:sp>
      <p:sp>
        <p:nvSpPr>
          <p:cNvPr id="133" name="任意多边形: 形状 132">
            <a:extLst>
              <a:ext uri="{FF2B5EF4-FFF2-40B4-BE49-F238E27FC236}">
                <a16:creationId xmlns:a16="http://schemas.microsoft.com/office/drawing/2014/main" id="{7CF9AEE6-0390-82D0-EA3C-930E487087BC}"/>
              </a:ext>
            </a:extLst>
          </p:cNvPr>
          <p:cNvSpPr/>
          <p:nvPr/>
        </p:nvSpPr>
        <p:spPr>
          <a:xfrm>
            <a:off x="2956584" y="3812356"/>
            <a:ext cx="1439545" cy="285532"/>
          </a:xfrm>
          <a:custGeom>
            <a:avLst/>
            <a:gdLst>
              <a:gd name="connsiteX0" fmla="*/ 2031536 w 2031536"/>
              <a:gd name="connsiteY0" fmla="*/ 120460 h 694078"/>
              <a:gd name="connsiteX1" fmla="*/ 1675632 w 2031536"/>
              <a:gd name="connsiteY1" fmla="*/ 569447 h 694078"/>
              <a:gd name="connsiteX2" fmla="*/ 815986 w 2031536"/>
              <a:gd name="connsiteY2" fmla="*/ 657054 h 694078"/>
              <a:gd name="connsiteX3" fmla="*/ 49423 w 2031536"/>
              <a:gd name="connsiteY3" fmla="*/ 38329 h 694078"/>
              <a:gd name="connsiteX4" fmla="*/ 49423 w 2031536"/>
              <a:gd name="connsiteY4" fmla="*/ 38329 h 694078"/>
              <a:gd name="connsiteX5" fmla="*/ 71325 w 2031536"/>
              <a:gd name="connsiteY5" fmla="*/ 38329 h 694078"/>
              <a:gd name="connsiteX6" fmla="*/ 144 w 2031536"/>
              <a:gd name="connsiteY6" fmla="*/ 32853 h 694078"/>
              <a:gd name="connsiteX7" fmla="*/ 93227 w 2031536"/>
              <a:gd name="connsiteY7" fmla="*/ 32853 h 694078"/>
              <a:gd name="connsiteX8" fmla="*/ 93227 w 2031536"/>
              <a:gd name="connsiteY8" fmla="*/ 32853 h 694078"/>
              <a:gd name="connsiteX9" fmla="*/ 120604 w 2031536"/>
              <a:gd name="connsiteY9" fmla="*/ 27378 h 694078"/>
              <a:gd name="connsiteX10" fmla="*/ 144 w 2031536"/>
              <a:gd name="connsiteY10" fmla="*/ 0 h 694078"/>
              <a:gd name="connsiteX0" fmla="*/ 2031536 w 2031536"/>
              <a:gd name="connsiteY0" fmla="*/ 93081 h 666699"/>
              <a:gd name="connsiteX1" fmla="*/ 1675632 w 2031536"/>
              <a:gd name="connsiteY1" fmla="*/ 542068 h 666699"/>
              <a:gd name="connsiteX2" fmla="*/ 815986 w 2031536"/>
              <a:gd name="connsiteY2" fmla="*/ 629675 h 666699"/>
              <a:gd name="connsiteX3" fmla="*/ 49423 w 2031536"/>
              <a:gd name="connsiteY3" fmla="*/ 10950 h 666699"/>
              <a:gd name="connsiteX4" fmla="*/ 49423 w 2031536"/>
              <a:gd name="connsiteY4" fmla="*/ 10950 h 666699"/>
              <a:gd name="connsiteX5" fmla="*/ 71325 w 2031536"/>
              <a:gd name="connsiteY5" fmla="*/ 10950 h 666699"/>
              <a:gd name="connsiteX6" fmla="*/ 144 w 2031536"/>
              <a:gd name="connsiteY6" fmla="*/ 5474 h 666699"/>
              <a:gd name="connsiteX7" fmla="*/ 93227 w 2031536"/>
              <a:gd name="connsiteY7" fmla="*/ 5474 h 666699"/>
              <a:gd name="connsiteX8" fmla="*/ 93227 w 2031536"/>
              <a:gd name="connsiteY8" fmla="*/ 5474 h 666699"/>
              <a:gd name="connsiteX9" fmla="*/ 120604 w 2031536"/>
              <a:gd name="connsiteY9" fmla="*/ -1 h 666699"/>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8" fmla="*/ 93227 w 2031536"/>
              <a:gd name="connsiteY8" fmla="*/ 406 h 661631"/>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0" fmla="*/ 1982113 w 1982113"/>
              <a:gd name="connsiteY0" fmla="*/ 87607 h 661225"/>
              <a:gd name="connsiteX1" fmla="*/ 1626209 w 1982113"/>
              <a:gd name="connsiteY1" fmla="*/ 536594 h 661225"/>
              <a:gd name="connsiteX2" fmla="*/ 766563 w 1982113"/>
              <a:gd name="connsiteY2" fmla="*/ 624201 h 661225"/>
              <a:gd name="connsiteX3" fmla="*/ 0 w 1982113"/>
              <a:gd name="connsiteY3" fmla="*/ 5476 h 661225"/>
              <a:gd name="connsiteX4" fmla="*/ 0 w 1982113"/>
              <a:gd name="connsiteY4" fmla="*/ 5476 h 661225"/>
              <a:gd name="connsiteX5" fmla="*/ 21902 w 1982113"/>
              <a:gd name="connsiteY5" fmla="*/ 5476 h 661225"/>
              <a:gd name="connsiteX6" fmla="*/ 43804 w 1982113"/>
              <a:gd name="connsiteY6" fmla="*/ 0 h 661225"/>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5" fmla="*/ 21902 w 1982113"/>
              <a:gd name="connsiteY5" fmla="*/ 0 h 655749"/>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0" fmla="*/ 1982113 w 1982113"/>
              <a:gd name="connsiteY0" fmla="*/ 82131 h 531977"/>
              <a:gd name="connsiteX1" fmla="*/ 1626209 w 1982113"/>
              <a:gd name="connsiteY1" fmla="*/ 531118 h 531977"/>
              <a:gd name="connsiteX2" fmla="*/ 279350 w 1982113"/>
              <a:gd name="connsiteY2" fmla="*/ 190280 h 531977"/>
              <a:gd name="connsiteX3" fmla="*/ 0 w 1982113"/>
              <a:gd name="connsiteY3" fmla="*/ 0 h 531977"/>
              <a:gd name="connsiteX4" fmla="*/ 0 w 1982113"/>
              <a:gd name="connsiteY4" fmla="*/ 0 h 531977"/>
              <a:gd name="connsiteX0" fmla="*/ 1982113 w 1982113"/>
              <a:gd name="connsiteY0" fmla="*/ 82131 h 531597"/>
              <a:gd name="connsiteX1" fmla="*/ 1626209 w 1982113"/>
              <a:gd name="connsiteY1" fmla="*/ 531118 h 531597"/>
              <a:gd name="connsiteX2" fmla="*/ 0 w 1982113"/>
              <a:gd name="connsiteY2" fmla="*/ 0 h 531597"/>
              <a:gd name="connsiteX3" fmla="*/ 0 w 1982113"/>
              <a:gd name="connsiteY3" fmla="*/ 0 h 531597"/>
              <a:gd name="connsiteX0" fmla="*/ 1982113 w 1982113"/>
              <a:gd name="connsiteY0" fmla="*/ 82131 h 531596"/>
              <a:gd name="connsiteX1" fmla="*/ 1626209 w 1982113"/>
              <a:gd name="connsiteY1" fmla="*/ 531118 h 531596"/>
              <a:gd name="connsiteX2" fmla="*/ 0 w 1982113"/>
              <a:gd name="connsiteY2" fmla="*/ 0 h 531596"/>
              <a:gd name="connsiteX0" fmla="*/ 1982113 w 1982113"/>
              <a:gd name="connsiteY0" fmla="*/ 82131 h 511856"/>
              <a:gd name="connsiteX1" fmla="*/ 762095 w 1982113"/>
              <a:gd name="connsiteY1" fmla="*/ 511343 h 511856"/>
              <a:gd name="connsiteX2" fmla="*/ 0 w 1982113"/>
              <a:gd name="connsiteY2" fmla="*/ 0 h 511856"/>
              <a:gd name="connsiteX0" fmla="*/ 1982113 w 1982113"/>
              <a:gd name="connsiteY0" fmla="*/ 82131 h 511856"/>
              <a:gd name="connsiteX1" fmla="*/ 762095 w 1982113"/>
              <a:gd name="connsiteY1" fmla="*/ 511343 h 511856"/>
              <a:gd name="connsiteX2" fmla="*/ 0 w 1982113"/>
              <a:gd name="connsiteY2" fmla="*/ 0 h 511856"/>
              <a:gd name="connsiteX0" fmla="*/ 1963727 w 1963727"/>
              <a:gd name="connsiteY0" fmla="*/ 174411 h 605728"/>
              <a:gd name="connsiteX1" fmla="*/ 743709 w 1963727"/>
              <a:gd name="connsiteY1" fmla="*/ 603623 h 605728"/>
              <a:gd name="connsiteX2" fmla="*/ 0 w 1963727"/>
              <a:gd name="connsiteY2" fmla="*/ 0 h 605728"/>
              <a:gd name="connsiteX0" fmla="*/ 1963727 w 1963727"/>
              <a:gd name="connsiteY0" fmla="*/ 174411 h 599021"/>
              <a:gd name="connsiteX1" fmla="*/ 964333 w 1963727"/>
              <a:gd name="connsiteY1" fmla="*/ 596868 h 599021"/>
              <a:gd name="connsiteX2" fmla="*/ 0 w 1963727"/>
              <a:gd name="connsiteY2" fmla="*/ 0 h 599021"/>
              <a:gd name="connsiteX0" fmla="*/ 999394 w 999394"/>
              <a:gd name="connsiteY0" fmla="*/ 0 h 424610"/>
              <a:gd name="connsiteX1" fmla="*/ 0 w 999394"/>
              <a:gd name="connsiteY1" fmla="*/ 422457 h 424610"/>
              <a:gd name="connsiteX0" fmla="*/ 1707231 w 1707231"/>
              <a:gd name="connsiteY0" fmla="*/ 124590 h 185095"/>
              <a:gd name="connsiteX1" fmla="*/ 0 w 1707231"/>
              <a:gd name="connsiteY1" fmla="*/ 0 h 185095"/>
              <a:gd name="connsiteX0" fmla="*/ 1707231 w 1707231"/>
              <a:gd name="connsiteY0" fmla="*/ 124590 h 528326"/>
              <a:gd name="connsiteX1" fmla="*/ 0 w 1707231"/>
              <a:gd name="connsiteY1" fmla="*/ 0 h 528326"/>
              <a:gd name="connsiteX0" fmla="*/ 1753194 w 1753194"/>
              <a:gd name="connsiteY0" fmla="*/ 0 h 538482"/>
              <a:gd name="connsiteX1" fmla="*/ 0 w 1753194"/>
              <a:gd name="connsiteY1" fmla="*/ 71266 h 538482"/>
              <a:gd name="connsiteX0" fmla="*/ 1730212 w 1730212"/>
              <a:gd name="connsiteY0" fmla="*/ 111082 h 523644"/>
              <a:gd name="connsiteX1" fmla="*/ 0 w 1730212"/>
              <a:gd name="connsiteY1" fmla="*/ 0 h 523644"/>
            </a:gdLst>
            <a:ahLst/>
            <a:cxnLst>
              <a:cxn ang="0">
                <a:pos x="connsiteX0" y="connsiteY0"/>
              </a:cxn>
              <a:cxn ang="0">
                <a:pos x="connsiteX1" y="connsiteY1"/>
              </a:cxn>
            </a:cxnLst>
            <a:rect l="l" t="t" r="r" b="b"/>
            <a:pathLst>
              <a:path w="1730212" h="523644">
                <a:moveTo>
                  <a:pt x="1730212" y="111082"/>
                </a:moveTo>
                <a:cubicBezTo>
                  <a:pt x="1653556" y="290859"/>
                  <a:pt x="676611" y="1001592"/>
                  <a:pt x="0" y="0"/>
                </a:cubicBezTo>
              </a:path>
            </a:pathLst>
          </a:custGeom>
          <a:noFill/>
          <a:ln w="26610">
            <a:solidFill>
              <a:schemeClr val="bg1">
                <a:lumMod val="65000"/>
              </a:schemeClr>
            </a:solidFill>
            <a:headEnd type="none"/>
            <a:tailEnd type="stealth" w="med" len="lg"/>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bg1">
                  <a:lumMod val="50000"/>
                </a:schemeClr>
              </a:solidFill>
              <a:latin typeface="Noto Sans SC"/>
              <a:ea typeface="Noto Sans SC"/>
              <a:cs typeface="Noto Sans SC"/>
            </a:endParaRPr>
          </a:p>
        </p:txBody>
      </p:sp>
      <p:sp>
        <p:nvSpPr>
          <p:cNvPr id="134" name="任意多边形: 形状 133">
            <a:extLst>
              <a:ext uri="{FF2B5EF4-FFF2-40B4-BE49-F238E27FC236}">
                <a16:creationId xmlns:a16="http://schemas.microsoft.com/office/drawing/2014/main" id="{5DADAB14-B995-7F05-7B8D-988A18A5051E}"/>
              </a:ext>
            </a:extLst>
          </p:cNvPr>
          <p:cNvSpPr/>
          <p:nvPr/>
        </p:nvSpPr>
        <p:spPr>
          <a:xfrm rot="21446616">
            <a:off x="4421101" y="3831736"/>
            <a:ext cx="1522563" cy="285532"/>
          </a:xfrm>
          <a:custGeom>
            <a:avLst/>
            <a:gdLst>
              <a:gd name="connsiteX0" fmla="*/ 2031536 w 2031536"/>
              <a:gd name="connsiteY0" fmla="*/ 120460 h 694078"/>
              <a:gd name="connsiteX1" fmla="*/ 1675632 w 2031536"/>
              <a:gd name="connsiteY1" fmla="*/ 569447 h 694078"/>
              <a:gd name="connsiteX2" fmla="*/ 815986 w 2031536"/>
              <a:gd name="connsiteY2" fmla="*/ 657054 h 694078"/>
              <a:gd name="connsiteX3" fmla="*/ 49423 w 2031536"/>
              <a:gd name="connsiteY3" fmla="*/ 38329 h 694078"/>
              <a:gd name="connsiteX4" fmla="*/ 49423 w 2031536"/>
              <a:gd name="connsiteY4" fmla="*/ 38329 h 694078"/>
              <a:gd name="connsiteX5" fmla="*/ 71325 w 2031536"/>
              <a:gd name="connsiteY5" fmla="*/ 38329 h 694078"/>
              <a:gd name="connsiteX6" fmla="*/ 144 w 2031536"/>
              <a:gd name="connsiteY6" fmla="*/ 32853 h 694078"/>
              <a:gd name="connsiteX7" fmla="*/ 93227 w 2031536"/>
              <a:gd name="connsiteY7" fmla="*/ 32853 h 694078"/>
              <a:gd name="connsiteX8" fmla="*/ 93227 w 2031536"/>
              <a:gd name="connsiteY8" fmla="*/ 32853 h 694078"/>
              <a:gd name="connsiteX9" fmla="*/ 120604 w 2031536"/>
              <a:gd name="connsiteY9" fmla="*/ 27378 h 694078"/>
              <a:gd name="connsiteX10" fmla="*/ 144 w 2031536"/>
              <a:gd name="connsiteY10" fmla="*/ 0 h 694078"/>
              <a:gd name="connsiteX0" fmla="*/ 2031536 w 2031536"/>
              <a:gd name="connsiteY0" fmla="*/ 93081 h 666699"/>
              <a:gd name="connsiteX1" fmla="*/ 1675632 w 2031536"/>
              <a:gd name="connsiteY1" fmla="*/ 542068 h 666699"/>
              <a:gd name="connsiteX2" fmla="*/ 815986 w 2031536"/>
              <a:gd name="connsiteY2" fmla="*/ 629675 h 666699"/>
              <a:gd name="connsiteX3" fmla="*/ 49423 w 2031536"/>
              <a:gd name="connsiteY3" fmla="*/ 10950 h 666699"/>
              <a:gd name="connsiteX4" fmla="*/ 49423 w 2031536"/>
              <a:gd name="connsiteY4" fmla="*/ 10950 h 666699"/>
              <a:gd name="connsiteX5" fmla="*/ 71325 w 2031536"/>
              <a:gd name="connsiteY5" fmla="*/ 10950 h 666699"/>
              <a:gd name="connsiteX6" fmla="*/ 144 w 2031536"/>
              <a:gd name="connsiteY6" fmla="*/ 5474 h 666699"/>
              <a:gd name="connsiteX7" fmla="*/ 93227 w 2031536"/>
              <a:gd name="connsiteY7" fmla="*/ 5474 h 666699"/>
              <a:gd name="connsiteX8" fmla="*/ 93227 w 2031536"/>
              <a:gd name="connsiteY8" fmla="*/ 5474 h 666699"/>
              <a:gd name="connsiteX9" fmla="*/ 120604 w 2031536"/>
              <a:gd name="connsiteY9" fmla="*/ -1 h 666699"/>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8" fmla="*/ 93227 w 2031536"/>
              <a:gd name="connsiteY8" fmla="*/ 406 h 661631"/>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0" fmla="*/ 1982113 w 1982113"/>
              <a:gd name="connsiteY0" fmla="*/ 87607 h 661225"/>
              <a:gd name="connsiteX1" fmla="*/ 1626209 w 1982113"/>
              <a:gd name="connsiteY1" fmla="*/ 536594 h 661225"/>
              <a:gd name="connsiteX2" fmla="*/ 766563 w 1982113"/>
              <a:gd name="connsiteY2" fmla="*/ 624201 h 661225"/>
              <a:gd name="connsiteX3" fmla="*/ 0 w 1982113"/>
              <a:gd name="connsiteY3" fmla="*/ 5476 h 661225"/>
              <a:gd name="connsiteX4" fmla="*/ 0 w 1982113"/>
              <a:gd name="connsiteY4" fmla="*/ 5476 h 661225"/>
              <a:gd name="connsiteX5" fmla="*/ 21902 w 1982113"/>
              <a:gd name="connsiteY5" fmla="*/ 5476 h 661225"/>
              <a:gd name="connsiteX6" fmla="*/ 43804 w 1982113"/>
              <a:gd name="connsiteY6" fmla="*/ 0 h 661225"/>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5" fmla="*/ 21902 w 1982113"/>
              <a:gd name="connsiteY5" fmla="*/ 0 h 655749"/>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0" fmla="*/ 1982113 w 1982113"/>
              <a:gd name="connsiteY0" fmla="*/ 82131 h 531977"/>
              <a:gd name="connsiteX1" fmla="*/ 1626209 w 1982113"/>
              <a:gd name="connsiteY1" fmla="*/ 531118 h 531977"/>
              <a:gd name="connsiteX2" fmla="*/ 279350 w 1982113"/>
              <a:gd name="connsiteY2" fmla="*/ 190280 h 531977"/>
              <a:gd name="connsiteX3" fmla="*/ 0 w 1982113"/>
              <a:gd name="connsiteY3" fmla="*/ 0 h 531977"/>
              <a:gd name="connsiteX4" fmla="*/ 0 w 1982113"/>
              <a:gd name="connsiteY4" fmla="*/ 0 h 531977"/>
              <a:gd name="connsiteX0" fmla="*/ 1982113 w 1982113"/>
              <a:gd name="connsiteY0" fmla="*/ 82131 h 531597"/>
              <a:gd name="connsiteX1" fmla="*/ 1626209 w 1982113"/>
              <a:gd name="connsiteY1" fmla="*/ 531118 h 531597"/>
              <a:gd name="connsiteX2" fmla="*/ 0 w 1982113"/>
              <a:gd name="connsiteY2" fmla="*/ 0 h 531597"/>
              <a:gd name="connsiteX3" fmla="*/ 0 w 1982113"/>
              <a:gd name="connsiteY3" fmla="*/ 0 h 531597"/>
              <a:gd name="connsiteX0" fmla="*/ 1982113 w 1982113"/>
              <a:gd name="connsiteY0" fmla="*/ 82131 h 531596"/>
              <a:gd name="connsiteX1" fmla="*/ 1626209 w 1982113"/>
              <a:gd name="connsiteY1" fmla="*/ 531118 h 531596"/>
              <a:gd name="connsiteX2" fmla="*/ 0 w 1982113"/>
              <a:gd name="connsiteY2" fmla="*/ 0 h 531596"/>
              <a:gd name="connsiteX0" fmla="*/ 1982113 w 1982113"/>
              <a:gd name="connsiteY0" fmla="*/ 82131 h 511856"/>
              <a:gd name="connsiteX1" fmla="*/ 762095 w 1982113"/>
              <a:gd name="connsiteY1" fmla="*/ 511343 h 511856"/>
              <a:gd name="connsiteX2" fmla="*/ 0 w 1982113"/>
              <a:gd name="connsiteY2" fmla="*/ 0 h 511856"/>
              <a:gd name="connsiteX0" fmla="*/ 1982113 w 1982113"/>
              <a:gd name="connsiteY0" fmla="*/ 82131 h 511856"/>
              <a:gd name="connsiteX1" fmla="*/ 762095 w 1982113"/>
              <a:gd name="connsiteY1" fmla="*/ 511343 h 511856"/>
              <a:gd name="connsiteX2" fmla="*/ 0 w 1982113"/>
              <a:gd name="connsiteY2" fmla="*/ 0 h 511856"/>
              <a:gd name="connsiteX0" fmla="*/ 1963727 w 1963727"/>
              <a:gd name="connsiteY0" fmla="*/ 174411 h 605728"/>
              <a:gd name="connsiteX1" fmla="*/ 743709 w 1963727"/>
              <a:gd name="connsiteY1" fmla="*/ 603623 h 605728"/>
              <a:gd name="connsiteX2" fmla="*/ 0 w 1963727"/>
              <a:gd name="connsiteY2" fmla="*/ 0 h 605728"/>
              <a:gd name="connsiteX0" fmla="*/ 1963727 w 1963727"/>
              <a:gd name="connsiteY0" fmla="*/ 174411 h 599021"/>
              <a:gd name="connsiteX1" fmla="*/ 964333 w 1963727"/>
              <a:gd name="connsiteY1" fmla="*/ 596868 h 599021"/>
              <a:gd name="connsiteX2" fmla="*/ 0 w 1963727"/>
              <a:gd name="connsiteY2" fmla="*/ 0 h 599021"/>
              <a:gd name="connsiteX0" fmla="*/ 999394 w 999394"/>
              <a:gd name="connsiteY0" fmla="*/ 0 h 424610"/>
              <a:gd name="connsiteX1" fmla="*/ 0 w 999394"/>
              <a:gd name="connsiteY1" fmla="*/ 422457 h 424610"/>
              <a:gd name="connsiteX0" fmla="*/ 1707231 w 1707231"/>
              <a:gd name="connsiteY0" fmla="*/ 124590 h 185095"/>
              <a:gd name="connsiteX1" fmla="*/ 0 w 1707231"/>
              <a:gd name="connsiteY1" fmla="*/ 0 h 185095"/>
              <a:gd name="connsiteX0" fmla="*/ 1707231 w 1707231"/>
              <a:gd name="connsiteY0" fmla="*/ 124590 h 528326"/>
              <a:gd name="connsiteX1" fmla="*/ 0 w 1707231"/>
              <a:gd name="connsiteY1" fmla="*/ 0 h 528326"/>
              <a:gd name="connsiteX0" fmla="*/ 1753194 w 1753194"/>
              <a:gd name="connsiteY0" fmla="*/ 0 h 538482"/>
              <a:gd name="connsiteX1" fmla="*/ 0 w 1753194"/>
              <a:gd name="connsiteY1" fmla="*/ 71266 h 538482"/>
              <a:gd name="connsiteX0" fmla="*/ 1730212 w 1730212"/>
              <a:gd name="connsiteY0" fmla="*/ 111082 h 523644"/>
              <a:gd name="connsiteX1" fmla="*/ 0 w 1730212"/>
              <a:gd name="connsiteY1" fmla="*/ 0 h 523644"/>
            </a:gdLst>
            <a:ahLst/>
            <a:cxnLst>
              <a:cxn ang="0">
                <a:pos x="connsiteX0" y="connsiteY0"/>
              </a:cxn>
              <a:cxn ang="0">
                <a:pos x="connsiteX1" y="connsiteY1"/>
              </a:cxn>
            </a:cxnLst>
            <a:rect l="l" t="t" r="r" b="b"/>
            <a:pathLst>
              <a:path w="1730212" h="523644">
                <a:moveTo>
                  <a:pt x="1730212" y="111082"/>
                </a:moveTo>
                <a:cubicBezTo>
                  <a:pt x="1653556" y="290859"/>
                  <a:pt x="676611" y="1001592"/>
                  <a:pt x="0" y="0"/>
                </a:cubicBezTo>
              </a:path>
            </a:pathLst>
          </a:custGeom>
          <a:noFill/>
          <a:ln w="26610">
            <a:solidFill>
              <a:schemeClr val="bg1">
                <a:lumMod val="65000"/>
              </a:schemeClr>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bg1">
                  <a:lumMod val="50000"/>
                </a:schemeClr>
              </a:solidFill>
              <a:latin typeface="Noto Sans SC"/>
              <a:ea typeface="Noto Sans SC"/>
              <a:cs typeface="Noto Sans SC"/>
            </a:endParaRPr>
          </a:p>
        </p:txBody>
      </p:sp>
      <p:sp>
        <p:nvSpPr>
          <p:cNvPr id="135" name="任意多边形: 形状 134">
            <a:extLst>
              <a:ext uri="{FF2B5EF4-FFF2-40B4-BE49-F238E27FC236}">
                <a16:creationId xmlns:a16="http://schemas.microsoft.com/office/drawing/2014/main" id="{29DE1DD3-CD74-279C-3E1A-7251ECA63BB3}"/>
              </a:ext>
            </a:extLst>
          </p:cNvPr>
          <p:cNvSpPr/>
          <p:nvPr/>
        </p:nvSpPr>
        <p:spPr>
          <a:xfrm>
            <a:off x="2956585" y="3814953"/>
            <a:ext cx="2923294" cy="568521"/>
          </a:xfrm>
          <a:custGeom>
            <a:avLst/>
            <a:gdLst>
              <a:gd name="connsiteX0" fmla="*/ 2031536 w 2031536"/>
              <a:gd name="connsiteY0" fmla="*/ 120460 h 694078"/>
              <a:gd name="connsiteX1" fmla="*/ 1675632 w 2031536"/>
              <a:gd name="connsiteY1" fmla="*/ 569447 h 694078"/>
              <a:gd name="connsiteX2" fmla="*/ 815986 w 2031536"/>
              <a:gd name="connsiteY2" fmla="*/ 657054 h 694078"/>
              <a:gd name="connsiteX3" fmla="*/ 49423 w 2031536"/>
              <a:gd name="connsiteY3" fmla="*/ 38329 h 694078"/>
              <a:gd name="connsiteX4" fmla="*/ 49423 w 2031536"/>
              <a:gd name="connsiteY4" fmla="*/ 38329 h 694078"/>
              <a:gd name="connsiteX5" fmla="*/ 71325 w 2031536"/>
              <a:gd name="connsiteY5" fmla="*/ 38329 h 694078"/>
              <a:gd name="connsiteX6" fmla="*/ 144 w 2031536"/>
              <a:gd name="connsiteY6" fmla="*/ 32853 h 694078"/>
              <a:gd name="connsiteX7" fmla="*/ 93227 w 2031536"/>
              <a:gd name="connsiteY7" fmla="*/ 32853 h 694078"/>
              <a:gd name="connsiteX8" fmla="*/ 93227 w 2031536"/>
              <a:gd name="connsiteY8" fmla="*/ 32853 h 694078"/>
              <a:gd name="connsiteX9" fmla="*/ 120604 w 2031536"/>
              <a:gd name="connsiteY9" fmla="*/ 27378 h 694078"/>
              <a:gd name="connsiteX10" fmla="*/ 144 w 2031536"/>
              <a:gd name="connsiteY10" fmla="*/ 0 h 694078"/>
              <a:gd name="connsiteX0" fmla="*/ 2031536 w 2031536"/>
              <a:gd name="connsiteY0" fmla="*/ 93081 h 666699"/>
              <a:gd name="connsiteX1" fmla="*/ 1675632 w 2031536"/>
              <a:gd name="connsiteY1" fmla="*/ 542068 h 666699"/>
              <a:gd name="connsiteX2" fmla="*/ 815986 w 2031536"/>
              <a:gd name="connsiteY2" fmla="*/ 629675 h 666699"/>
              <a:gd name="connsiteX3" fmla="*/ 49423 w 2031536"/>
              <a:gd name="connsiteY3" fmla="*/ 10950 h 666699"/>
              <a:gd name="connsiteX4" fmla="*/ 49423 w 2031536"/>
              <a:gd name="connsiteY4" fmla="*/ 10950 h 666699"/>
              <a:gd name="connsiteX5" fmla="*/ 71325 w 2031536"/>
              <a:gd name="connsiteY5" fmla="*/ 10950 h 666699"/>
              <a:gd name="connsiteX6" fmla="*/ 144 w 2031536"/>
              <a:gd name="connsiteY6" fmla="*/ 5474 h 666699"/>
              <a:gd name="connsiteX7" fmla="*/ 93227 w 2031536"/>
              <a:gd name="connsiteY7" fmla="*/ 5474 h 666699"/>
              <a:gd name="connsiteX8" fmla="*/ 93227 w 2031536"/>
              <a:gd name="connsiteY8" fmla="*/ 5474 h 666699"/>
              <a:gd name="connsiteX9" fmla="*/ 120604 w 2031536"/>
              <a:gd name="connsiteY9" fmla="*/ -1 h 666699"/>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8" fmla="*/ 93227 w 2031536"/>
              <a:gd name="connsiteY8" fmla="*/ 406 h 661631"/>
              <a:gd name="connsiteX0" fmla="*/ 2031536 w 2031536"/>
              <a:gd name="connsiteY0" fmla="*/ 88013 h 661631"/>
              <a:gd name="connsiteX1" fmla="*/ 1675632 w 2031536"/>
              <a:gd name="connsiteY1" fmla="*/ 537000 h 661631"/>
              <a:gd name="connsiteX2" fmla="*/ 815986 w 2031536"/>
              <a:gd name="connsiteY2" fmla="*/ 624607 h 661631"/>
              <a:gd name="connsiteX3" fmla="*/ 49423 w 2031536"/>
              <a:gd name="connsiteY3" fmla="*/ 5882 h 661631"/>
              <a:gd name="connsiteX4" fmla="*/ 49423 w 2031536"/>
              <a:gd name="connsiteY4" fmla="*/ 5882 h 661631"/>
              <a:gd name="connsiteX5" fmla="*/ 71325 w 2031536"/>
              <a:gd name="connsiteY5" fmla="*/ 5882 h 661631"/>
              <a:gd name="connsiteX6" fmla="*/ 144 w 2031536"/>
              <a:gd name="connsiteY6" fmla="*/ 406 h 661631"/>
              <a:gd name="connsiteX7" fmla="*/ 93227 w 2031536"/>
              <a:gd name="connsiteY7" fmla="*/ 406 h 661631"/>
              <a:gd name="connsiteX0" fmla="*/ 1982113 w 1982113"/>
              <a:gd name="connsiteY0" fmla="*/ 87607 h 661225"/>
              <a:gd name="connsiteX1" fmla="*/ 1626209 w 1982113"/>
              <a:gd name="connsiteY1" fmla="*/ 536594 h 661225"/>
              <a:gd name="connsiteX2" fmla="*/ 766563 w 1982113"/>
              <a:gd name="connsiteY2" fmla="*/ 624201 h 661225"/>
              <a:gd name="connsiteX3" fmla="*/ 0 w 1982113"/>
              <a:gd name="connsiteY3" fmla="*/ 5476 h 661225"/>
              <a:gd name="connsiteX4" fmla="*/ 0 w 1982113"/>
              <a:gd name="connsiteY4" fmla="*/ 5476 h 661225"/>
              <a:gd name="connsiteX5" fmla="*/ 21902 w 1982113"/>
              <a:gd name="connsiteY5" fmla="*/ 5476 h 661225"/>
              <a:gd name="connsiteX6" fmla="*/ 43804 w 1982113"/>
              <a:gd name="connsiteY6" fmla="*/ 0 h 661225"/>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5" fmla="*/ 21902 w 1982113"/>
              <a:gd name="connsiteY5" fmla="*/ 0 h 655749"/>
              <a:gd name="connsiteX0" fmla="*/ 1982113 w 1982113"/>
              <a:gd name="connsiteY0" fmla="*/ 82131 h 655749"/>
              <a:gd name="connsiteX1" fmla="*/ 1626209 w 1982113"/>
              <a:gd name="connsiteY1" fmla="*/ 531118 h 655749"/>
              <a:gd name="connsiteX2" fmla="*/ 766563 w 1982113"/>
              <a:gd name="connsiteY2" fmla="*/ 618725 h 655749"/>
              <a:gd name="connsiteX3" fmla="*/ 0 w 1982113"/>
              <a:gd name="connsiteY3" fmla="*/ 0 h 655749"/>
              <a:gd name="connsiteX4" fmla="*/ 0 w 1982113"/>
              <a:gd name="connsiteY4" fmla="*/ 0 h 655749"/>
              <a:gd name="connsiteX0" fmla="*/ 1982113 w 1982113"/>
              <a:gd name="connsiteY0" fmla="*/ 82131 h 531977"/>
              <a:gd name="connsiteX1" fmla="*/ 1626209 w 1982113"/>
              <a:gd name="connsiteY1" fmla="*/ 531118 h 531977"/>
              <a:gd name="connsiteX2" fmla="*/ 279350 w 1982113"/>
              <a:gd name="connsiteY2" fmla="*/ 190280 h 531977"/>
              <a:gd name="connsiteX3" fmla="*/ 0 w 1982113"/>
              <a:gd name="connsiteY3" fmla="*/ 0 h 531977"/>
              <a:gd name="connsiteX4" fmla="*/ 0 w 1982113"/>
              <a:gd name="connsiteY4" fmla="*/ 0 h 531977"/>
              <a:gd name="connsiteX0" fmla="*/ 1982113 w 1982113"/>
              <a:gd name="connsiteY0" fmla="*/ 82131 h 531597"/>
              <a:gd name="connsiteX1" fmla="*/ 1626209 w 1982113"/>
              <a:gd name="connsiteY1" fmla="*/ 531118 h 531597"/>
              <a:gd name="connsiteX2" fmla="*/ 0 w 1982113"/>
              <a:gd name="connsiteY2" fmla="*/ 0 h 531597"/>
              <a:gd name="connsiteX3" fmla="*/ 0 w 1982113"/>
              <a:gd name="connsiteY3" fmla="*/ 0 h 531597"/>
              <a:gd name="connsiteX0" fmla="*/ 1982113 w 1982113"/>
              <a:gd name="connsiteY0" fmla="*/ 82131 h 531596"/>
              <a:gd name="connsiteX1" fmla="*/ 1626209 w 1982113"/>
              <a:gd name="connsiteY1" fmla="*/ 531118 h 531596"/>
              <a:gd name="connsiteX2" fmla="*/ 0 w 1982113"/>
              <a:gd name="connsiteY2" fmla="*/ 0 h 531596"/>
              <a:gd name="connsiteX0" fmla="*/ 1982113 w 1982113"/>
              <a:gd name="connsiteY0" fmla="*/ 82131 h 511856"/>
              <a:gd name="connsiteX1" fmla="*/ 762095 w 1982113"/>
              <a:gd name="connsiteY1" fmla="*/ 511343 h 511856"/>
              <a:gd name="connsiteX2" fmla="*/ 0 w 1982113"/>
              <a:gd name="connsiteY2" fmla="*/ 0 h 511856"/>
              <a:gd name="connsiteX0" fmla="*/ 1982113 w 1982113"/>
              <a:gd name="connsiteY0" fmla="*/ 82131 h 511856"/>
              <a:gd name="connsiteX1" fmla="*/ 762095 w 1982113"/>
              <a:gd name="connsiteY1" fmla="*/ 511343 h 511856"/>
              <a:gd name="connsiteX2" fmla="*/ 0 w 1982113"/>
              <a:gd name="connsiteY2" fmla="*/ 0 h 511856"/>
              <a:gd name="connsiteX0" fmla="*/ 1963727 w 1963727"/>
              <a:gd name="connsiteY0" fmla="*/ 174411 h 605728"/>
              <a:gd name="connsiteX1" fmla="*/ 743709 w 1963727"/>
              <a:gd name="connsiteY1" fmla="*/ 603623 h 605728"/>
              <a:gd name="connsiteX2" fmla="*/ 0 w 1963727"/>
              <a:gd name="connsiteY2" fmla="*/ 0 h 605728"/>
              <a:gd name="connsiteX0" fmla="*/ 1963727 w 1963727"/>
              <a:gd name="connsiteY0" fmla="*/ 174411 h 599021"/>
              <a:gd name="connsiteX1" fmla="*/ 964333 w 1963727"/>
              <a:gd name="connsiteY1" fmla="*/ 596868 h 599021"/>
              <a:gd name="connsiteX2" fmla="*/ 0 w 1963727"/>
              <a:gd name="connsiteY2" fmla="*/ 0 h 599021"/>
              <a:gd name="connsiteX0" fmla="*/ 999394 w 999394"/>
              <a:gd name="connsiteY0" fmla="*/ 0 h 424610"/>
              <a:gd name="connsiteX1" fmla="*/ 0 w 999394"/>
              <a:gd name="connsiteY1" fmla="*/ 422457 h 424610"/>
              <a:gd name="connsiteX0" fmla="*/ 1707231 w 1707231"/>
              <a:gd name="connsiteY0" fmla="*/ 124590 h 185095"/>
              <a:gd name="connsiteX1" fmla="*/ 0 w 1707231"/>
              <a:gd name="connsiteY1" fmla="*/ 0 h 185095"/>
              <a:gd name="connsiteX0" fmla="*/ 1707231 w 1707231"/>
              <a:gd name="connsiteY0" fmla="*/ 124590 h 528326"/>
              <a:gd name="connsiteX1" fmla="*/ 0 w 1707231"/>
              <a:gd name="connsiteY1" fmla="*/ 0 h 528326"/>
              <a:gd name="connsiteX0" fmla="*/ 1753194 w 1753194"/>
              <a:gd name="connsiteY0" fmla="*/ 0 h 538482"/>
              <a:gd name="connsiteX1" fmla="*/ 0 w 1753194"/>
              <a:gd name="connsiteY1" fmla="*/ 71266 h 538482"/>
              <a:gd name="connsiteX0" fmla="*/ 1730212 w 1730212"/>
              <a:gd name="connsiteY0" fmla="*/ 111082 h 523644"/>
              <a:gd name="connsiteX1" fmla="*/ 0 w 1730212"/>
              <a:gd name="connsiteY1" fmla="*/ 0 h 523644"/>
            </a:gdLst>
            <a:ahLst/>
            <a:cxnLst>
              <a:cxn ang="0">
                <a:pos x="connsiteX0" y="connsiteY0"/>
              </a:cxn>
              <a:cxn ang="0">
                <a:pos x="connsiteX1" y="connsiteY1"/>
              </a:cxn>
            </a:cxnLst>
            <a:rect l="l" t="t" r="r" b="b"/>
            <a:pathLst>
              <a:path w="1730212" h="523644">
                <a:moveTo>
                  <a:pt x="1730212" y="111082"/>
                </a:moveTo>
                <a:cubicBezTo>
                  <a:pt x="1653556" y="290859"/>
                  <a:pt x="676611" y="1001592"/>
                  <a:pt x="0" y="0"/>
                </a:cubicBezTo>
              </a:path>
            </a:pathLst>
          </a:custGeom>
          <a:noFill/>
          <a:ln w="26610">
            <a:solidFill>
              <a:schemeClr val="bg1">
                <a:lumMod val="65000"/>
              </a:schemeClr>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lIns="63864" tIns="31932" rIns="63864" bIns="31932" rtlCol="0" anchor="ctr">
            <a:noAutofit/>
          </a:bodyPr>
          <a:lstStyle/>
          <a:p>
            <a:pPr marL="0" algn="ctr" defTabSz="638639" rtl="0" eaLnBrk="1" latinLnBrk="0" hangingPunct="1">
              <a:defRPr sz="1257" kern="1200">
                <a:solidFill>
                  <a:schemeClr val="tx1"/>
                </a:solidFill>
                <a:latin typeface="Noto Sans SC"/>
                <a:ea typeface="Noto Sans SC"/>
                <a:cs typeface="Noto Sans SC"/>
              </a:defRPr>
            </a:pPr>
            <a:endParaRPr lang="zh-CN" altLang="en-US" sz="1257" kern="1200">
              <a:solidFill>
                <a:schemeClr val="bg1">
                  <a:lumMod val="50000"/>
                </a:schemeClr>
              </a:solidFill>
              <a:latin typeface="Noto Sans SC"/>
              <a:ea typeface="Noto Sans SC"/>
              <a:cs typeface="Noto Sans SC"/>
            </a:endParaRPr>
          </a:p>
        </p:txBody>
      </p:sp>
      <p:sp>
        <p:nvSpPr>
          <p:cNvPr id="10000" name="frame-29">
            <a:extLst>
              <a:ext uri="{FF2B5EF4-FFF2-40B4-BE49-F238E27FC236}">
                <a16:creationId xmlns:a16="http://schemas.microsoft.com/office/drawing/2014/main" id="{1A8B0550-F7D0-42B1-9DB2-EFD38C52B9F1}"/>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面向对象的困难: 正确的抽象</a:t>
            </a:r>
          </a:p>
        </p:txBody>
      </p:sp>
      <p:sp>
        <p:nvSpPr>
          <p:cNvPr id="10001" name="frame-30">
            <a:extLst>
              <a:ext uri="{FF2B5EF4-FFF2-40B4-BE49-F238E27FC236}">
                <a16:creationId xmlns:a16="http://schemas.microsoft.com/office/drawing/2014/main" id="{E50798EA-265F-458B-A598-1D4C35312357}"/>
              </a:ext>
            </a:extLst>
          </p:cNvPr>
          <p:cNvSpPr>
            <a:spLocks noGrp="1"/>
          </p:cNvSpPr>
          <p:nvPr/>
        </p:nvSpPr>
        <p:spPr>
          <a:xfrm>
            <a:off x="476250" y="904875"/>
            <a:ext cx="8191500" cy="7620"/>
          </a:xfrm>
          <a:prstGeom prst="rect">
            <a:avLst/>
          </a:prstGeom>
          <a:solidFill>
            <a:srgbClr val="D9D4CA"/>
          </a:solidFill>
          <a:ln w="0">
            <a:noFill/>
          </a:ln>
        </p:spPr>
      </p:sp>
      <p:sp>
        <p:nvSpPr>
          <p:cNvPr id="10002" name="frame-31">
            <a:extLst>
              <a:ext uri="{FF2B5EF4-FFF2-40B4-BE49-F238E27FC236}">
                <a16:creationId xmlns:a16="http://schemas.microsoft.com/office/drawing/2014/main" id="{B784710C-C86E-4BC9-8BB5-752CA62C5A4B}"/>
              </a:ext>
            </a:extLst>
          </p:cNvPr>
          <p:cNvSpPr>
            <a:spLocks noGrp="1"/>
          </p:cNvSpPr>
          <p:nvPr/>
        </p:nvSpPr>
        <p:spPr>
          <a:xfrm>
            <a:off x="476250" y="4762500"/>
            <a:ext cx="8191500" cy="7620"/>
          </a:xfrm>
          <a:prstGeom prst="rect">
            <a:avLst/>
          </a:prstGeom>
          <a:solidFill>
            <a:srgbClr val="D9D4CA"/>
          </a:solidFill>
          <a:ln w="0">
            <a:noFill/>
          </a:ln>
        </p:spPr>
      </p:sp>
      <p:sp>
        <p:nvSpPr>
          <p:cNvPr id="10003" name="frame-32">
            <a:extLst>
              <a:ext uri="{FF2B5EF4-FFF2-40B4-BE49-F238E27FC236}">
                <a16:creationId xmlns:a16="http://schemas.microsoft.com/office/drawing/2014/main" id="{7838BEA9-CBD5-4F5C-8302-38E9B4077C7D}"/>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33">
            <a:extLst>
              <a:ext uri="{FF2B5EF4-FFF2-40B4-BE49-F238E27FC236}">
                <a16:creationId xmlns:a16="http://schemas.microsoft.com/office/drawing/2014/main" id="{A3C09725-3563-4477-8B0C-7CCFE97C621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07 / 38</a:t>
            </a:r>
          </a:p>
        </p:txBody>
      </p:sp>
      <p:pic>
        <p:nvPicPr>
          <p:cNvPr id="10005" name="Picture 10004"/>
          <p:cNvPicPr>
            <a:picLocks noChangeAspect="1"/>
          </p:cNvPicPr>
          <p:nvPr/>
        </p:nvPicPr>
        <p:blipFill>
          <a:blip r:embed="rId11"/>
          <a:stretch/>
        </p:blipFill>
        <p:spPr>
          <a:xfrm>
            <a:off x="7496175" y="347601"/>
            <a:ext cx="1171575" cy="219198"/>
          </a:xfrm>
          <a:prstGeom prst="rect">
            <a:avLst/>
          </a:prstGeom>
        </p:spPr>
      </p:pic>
    </p:spTree>
    <p:extLst>
      <p:ext uri="{BB962C8B-B14F-4D97-AF65-F5344CB8AC3E}">
        <p14:creationId xmlns:p14="http://schemas.microsoft.com/office/powerpoint/2010/main" val="387149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B51BF23-5DC3-AACB-E664-22286DF742D8}"/>
              </a:ext>
            </a:extLst>
          </p:cNvPr>
          <p:cNvSpPr>
            <a:spLocks noGrp="1"/>
          </p:cNvSpPr>
          <p:nvPr/>
        </p:nvSpPr>
        <p:spPr>
          <a:xfrm>
            <a:off x="1115862" y="1181159"/>
            <a:ext cx="2358414" cy="3226478"/>
          </a:xfrm>
        </p:spPr>
        <p:txBody>
          <a:bodyPr lIns="63638" tIns="31819" rIns="63638" bIns="31819">
            <a:noAutofit/>
          </a:bodyPr>
          <a:lstStyle/>
          <a:p>
            <a:pPr marL="159096" indent="-159096" algn="l" defTabSz="636383" rtl="0" eaLnBrk="1" latinLnBrk="0" hangingPunct="1">
              <a:spcBef>
                <a:spcPts val="696"/>
              </a:spcBef>
              <a:buFont typeface="Noto Sans SC" panose="020B0604020202020204" pitchFamily="34" charset="0"/>
              <a:buChar char="•"/>
              <a:defRPr sz="1803" kern="1200">
                <a:solidFill>
                  <a:schemeClr val="tx1"/>
                </a:solidFill>
                <a:latin typeface="Noto Sans SC"/>
                <a:ea typeface="Noto Sans SC"/>
                <a:cs typeface="Noto Sans SC"/>
              </a:defRPr>
            </a:pPr>
            <a:r>
              <a:rPr lang="zh-CN" altLang="en-US" sz="1674" kern="1200" dirty="0">
                <a:solidFill>
                  <a:schemeClr val="tx1"/>
                </a:solidFill>
                <a:latin typeface="Noto Sans SC"/>
                <a:ea typeface="Noto Sans SC"/>
                <a:cs typeface="Noto Sans SC"/>
              </a:rPr>
              <a:t>提供一套涵盖需求获取、需求分析、系统设计的系统化的建模方法，通过在现实世界到对象世界之间建立不同类别的模型，并使得各个类别模型之间可追溯和可验证，实现从现实世界到对象世界的逐步转换，直至最终获得可执行的软件系统</a:t>
            </a:r>
            <a:endParaRPr lang="en-US" altLang="zh-CN" sz="1674" kern="1200" dirty="0">
              <a:solidFill>
                <a:schemeClr val="tx1"/>
              </a:solidFill>
              <a:latin typeface="Noto Sans SC"/>
              <a:ea typeface="Noto Sans SC"/>
              <a:cs typeface="Noto Sans SC"/>
            </a:endParaRPr>
          </a:p>
        </p:txBody>
      </p:sp>
      <p:pic>
        <p:nvPicPr>
          <p:cNvPr id="8" name="图片 7" descr="图示, 示意图&#10;&#10;AI 生成的内容可能不正确。">
            <a:extLst>
              <a:ext uri="{FF2B5EF4-FFF2-40B4-BE49-F238E27FC236}">
                <a16:creationId xmlns:a16="http://schemas.microsoft.com/office/drawing/2014/main" id="{FAEB9A53-C813-0AB1-A591-7873232BA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082" y="1076325"/>
            <a:ext cx="3182897" cy="3436147"/>
          </a:xfrm>
          <a:prstGeom prst="rect">
            <a:avLst/>
          </a:prstGeom>
        </p:spPr>
      </p:pic>
      <p:sp>
        <p:nvSpPr>
          <p:cNvPr id="9" name="标注: 线形(带强调线) 8">
            <a:extLst>
              <a:ext uri="{FF2B5EF4-FFF2-40B4-BE49-F238E27FC236}">
                <a16:creationId xmlns:a16="http://schemas.microsoft.com/office/drawing/2014/main" id="{B34580AC-F538-9AF5-E4EC-C40437D43DF1}"/>
              </a:ext>
            </a:extLst>
          </p:cNvPr>
          <p:cNvSpPr/>
          <p:nvPr/>
        </p:nvSpPr>
        <p:spPr>
          <a:xfrm>
            <a:off x="7253130" y="1808761"/>
            <a:ext cx="1059368" cy="342961"/>
          </a:xfrm>
          <a:prstGeom prst="accentCallout1">
            <a:avLst>
              <a:gd name="adj1" fmla="val 18750"/>
              <a:gd name="adj2" fmla="val -8333"/>
              <a:gd name="adj3" fmla="val 41389"/>
              <a:gd name="adj4" fmla="val -93814"/>
            </a:avLst>
          </a:prstGeom>
          <a:noFill/>
        </p:spPr>
        <p:style>
          <a:lnRef idx="2">
            <a:schemeClr val="accent1">
              <a:shade val="15000"/>
            </a:schemeClr>
          </a:lnRef>
          <a:fillRef idx="1">
            <a:schemeClr val="accent1"/>
          </a:fillRef>
          <a:effectRef idx="0">
            <a:schemeClr val="accent1"/>
          </a:effectRef>
          <a:fontRef idx="minor">
            <a:schemeClr val="lt1"/>
          </a:fontRef>
        </p:style>
        <p:txBody>
          <a:bodyPr lIns="63638" tIns="31819" rIns="63638" bIns="31819" rtlCol="0" anchor="ctr">
            <a:noAutofit/>
          </a:bodyPr>
          <a:lstStyle/>
          <a:p>
            <a:pPr marL="0" algn="ctr" defTabSz="636383" rtl="0" eaLnBrk="1" latinLnBrk="0" hangingPunct="1">
              <a:defRPr sz="1253" kern="1200">
                <a:solidFill>
                  <a:schemeClr val="tx1"/>
                </a:solidFill>
                <a:latin typeface="Noto Sans SC"/>
                <a:ea typeface="Noto Sans SC"/>
                <a:cs typeface="Noto Sans SC"/>
              </a:defRPr>
            </a:pPr>
            <a:r>
              <a:rPr lang="zh-CN" altLang="en-US" sz="1253" b="1" kern="1200" dirty="0">
                <a:solidFill>
                  <a:schemeClr val="tx1"/>
                </a:solidFill>
                <a:latin typeface="Noto Sans SC"/>
                <a:ea typeface="Noto Sans SC"/>
                <a:cs typeface="Noto Sans SC"/>
              </a:rPr>
              <a:t>需求获取</a:t>
            </a:r>
          </a:p>
        </p:txBody>
      </p:sp>
      <p:sp>
        <p:nvSpPr>
          <p:cNvPr id="10" name="标注: 线形(带强调线) 9">
            <a:extLst>
              <a:ext uri="{FF2B5EF4-FFF2-40B4-BE49-F238E27FC236}">
                <a16:creationId xmlns:a16="http://schemas.microsoft.com/office/drawing/2014/main" id="{D419EDE6-2C7C-CFCD-8960-048D1DB60897}"/>
              </a:ext>
            </a:extLst>
          </p:cNvPr>
          <p:cNvSpPr/>
          <p:nvPr/>
        </p:nvSpPr>
        <p:spPr>
          <a:xfrm>
            <a:off x="7253130" y="2648063"/>
            <a:ext cx="1059368" cy="342961"/>
          </a:xfrm>
          <a:prstGeom prst="accentCallout1">
            <a:avLst>
              <a:gd name="adj1" fmla="val 18750"/>
              <a:gd name="adj2" fmla="val -8333"/>
              <a:gd name="adj3" fmla="val 105833"/>
              <a:gd name="adj4" fmla="val -101368"/>
            </a:avLst>
          </a:prstGeom>
          <a:noFill/>
        </p:spPr>
        <p:style>
          <a:lnRef idx="2">
            <a:schemeClr val="accent1">
              <a:shade val="15000"/>
            </a:schemeClr>
          </a:lnRef>
          <a:fillRef idx="1">
            <a:schemeClr val="accent1"/>
          </a:fillRef>
          <a:effectRef idx="0">
            <a:schemeClr val="accent1"/>
          </a:effectRef>
          <a:fontRef idx="minor">
            <a:schemeClr val="lt1"/>
          </a:fontRef>
        </p:style>
        <p:txBody>
          <a:bodyPr lIns="63638" tIns="31819" rIns="63638" bIns="31819" rtlCol="0" anchor="ctr">
            <a:noAutofit/>
          </a:bodyPr>
          <a:lstStyle/>
          <a:p>
            <a:pPr marL="0" algn="ctr" defTabSz="636383" rtl="0" eaLnBrk="1" latinLnBrk="0" hangingPunct="1">
              <a:defRPr sz="1253" kern="1200">
                <a:solidFill>
                  <a:schemeClr val="tx1"/>
                </a:solidFill>
                <a:latin typeface="Noto Sans SC"/>
                <a:ea typeface="Noto Sans SC"/>
                <a:cs typeface="Noto Sans SC"/>
              </a:defRPr>
            </a:pPr>
            <a:r>
              <a:rPr lang="zh-CN" altLang="en-US" sz="1253" b="1" kern="1200" dirty="0">
                <a:solidFill>
                  <a:schemeClr val="tx1"/>
                </a:solidFill>
                <a:latin typeface="Noto Sans SC"/>
                <a:ea typeface="Noto Sans SC"/>
                <a:cs typeface="Noto Sans SC"/>
              </a:rPr>
              <a:t>需求分析</a:t>
            </a:r>
          </a:p>
        </p:txBody>
      </p:sp>
      <p:sp>
        <p:nvSpPr>
          <p:cNvPr id="11" name="标注: 线形(带强调线) 10">
            <a:extLst>
              <a:ext uri="{FF2B5EF4-FFF2-40B4-BE49-F238E27FC236}">
                <a16:creationId xmlns:a16="http://schemas.microsoft.com/office/drawing/2014/main" id="{682A3B74-2975-A3DC-3951-47FAFA656BD1}"/>
              </a:ext>
            </a:extLst>
          </p:cNvPr>
          <p:cNvSpPr/>
          <p:nvPr/>
        </p:nvSpPr>
        <p:spPr>
          <a:xfrm>
            <a:off x="7266785" y="3501689"/>
            <a:ext cx="1059368" cy="342961"/>
          </a:xfrm>
          <a:prstGeom prst="accentCallout1">
            <a:avLst>
              <a:gd name="adj1" fmla="val 18750"/>
              <a:gd name="adj2" fmla="val -8333"/>
              <a:gd name="adj3" fmla="val 101388"/>
              <a:gd name="adj4" fmla="val -87699"/>
            </a:avLst>
          </a:prstGeom>
          <a:noFill/>
        </p:spPr>
        <p:style>
          <a:lnRef idx="2">
            <a:schemeClr val="accent1">
              <a:shade val="15000"/>
            </a:schemeClr>
          </a:lnRef>
          <a:fillRef idx="1">
            <a:schemeClr val="accent1"/>
          </a:fillRef>
          <a:effectRef idx="0">
            <a:schemeClr val="accent1"/>
          </a:effectRef>
          <a:fontRef idx="minor">
            <a:schemeClr val="lt1"/>
          </a:fontRef>
        </p:style>
        <p:txBody>
          <a:bodyPr lIns="63638" tIns="31819" rIns="63638" bIns="31819" rtlCol="0" anchor="ctr">
            <a:noAutofit/>
          </a:bodyPr>
          <a:lstStyle/>
          <a:p>
            <a:pPr marL="0" algn="ctr" defTabSz="636383" rtl="0" eaLnBrk="1" latinLnBrk="0" hangingPunct="1">
              <a:defRPr sz="1253" kern="1200">
                <a:solidFill>
                  <a:schemeClr val="tx1"/>
                </a:solidFill>
                <a:latin typeface="Noto Sans SC"/>
                <a:ea typeface="Noto Sans SC"/>
                <a:cs typeface="Noto Sans SC"/>
              </a:defRPr>
            </a:pPr>
            <a:r>
              <a:rPr lang="zh-CN" altLang="en-US" sz="1253" b="1" kern="1200" dirty="0">
                <a:solidFill>
                  <a:schemeClr val="tx1"/>
                </a:solidFill>
                <a:latin typeface="Noto Sans SC"/>
                <a:ea typeface="Noto Sans SC"/>
                <a:cs typeface="Noto Sans SC"/>
              </a:rPr>
              <a:t>系统设计</a:t>
            </a:r>
          </a:p>
        </p:txBody>
      </p:sp>
      <p:sp>
        <p:nvSpPr>
          <p:cNvPr id="12" name="标注: 线形(带强调线) 11">
            <a:extLst>
              <a:ext uri="{FF2B5EF4-FFF2-40B4-BE49-F238E27FC236}">
                <a16:creationId xmlns:a16="http://schemas.microsoft.com/office/drawing/2014/main" id="{C2A7CBEA-CCEF-7CEA-954E-B5F97ABCD06A}"/>
              </a:ext>
            </a:extLst>
          </p:cNvPr>
          <p:cNvSpPr/>
          <p:nvPr/>
        </p:nvSpPr>
        <p:spPr>
          <a:xfrm>
            <a:off x="7266785" y="4183834"/>
            <a:ext cx="1124784" cy="342961"/>
          </a:xfrm>
          <a:prstGeom prst="accentCallout1">
            <a:avLst>
              <a:gd name="adj1" fmla="val 18750"/>
              <a:gd name="adj2" fmla="val -8333"/>
              <a:gd name="adj3" fmla="val -44166"/>
              <a:gd name="adj4" fmla="val -41773"/>
            </a:avLst>
          </a:prstGeom>
          <a:noFill/>
        </p:spPr>
        <p:style>
          <a:lnRef idx="2">
            <a:schemeClr val="accent1">
              <a:shade val="15000"/>
            </a:schemeClr>
          </a:lnRef>
          <a:fillRef idx="1">
            <a:schemeClr val="accent1"/>
          </a:fillRef>
          <a:effectRef idx="0">
            <a:schemeClr val="accent1"/>
          </a:effectRef>
          <a:fontRef idx="minor">
            <a:schemeClr val="lt1"/>
          </a:fontRef>
        </p:style>
        <p:txBody>
          <a:bodyPr lIns="63638" tIns="31819" rIns="63638" bIns="31819" rtlCol="0" anchor="ctr">
            <a:noAutofit/>
          </a:bodyPr>
          <a:lstStyle/>
          <a:p>
            <a:pPr marL="0" algn="ctr" defTabSz="636383" rtl="0" eaLnBrk="1" latinLnBrk="0" hangingPunct="1">
              <a:defRPr sz="1253" kern="1200">
                <a:solidFill>
                  <a:schemeClr val="tx1"/>
                </a:solidFill>
                <a:latin typeface="Noto Sans SC"/>
                <a:ea typeface="Noto Sans SC"/>
                <a:cs typeface="Noto Sans SC"/>
              </a:defRPr>
            </a:pPr>
            <a:r>
              <a:rPr lang="zh-CN" altLang="en-US" sz="1253" b="1" kern="1200" dirty="0">
                <a:solidFill>
                  <a:schemeClr val="tx1"/>
                </a:solidFill>
                <a:latin typeface="Noto Sans SC"/>
                <a:ea typeface="Noto Sans SC"/>
                <a:cs typeface="Noto Sans SC"/>
              </a:rPr>
              <a:t>可追溯可验证</a:t>
            </a:r>
          </a:p>
        </p:txBody>
      </p:sp>
      <p:sp>
        <p:nvSpPr>
          <p:cNvPr id="10000" name="frame-34">
            <a:extLst>
              <a:ext uri="{FF2B5EF4-FFF2-40B4-BE49-F238E27FC236}">
                <a16:creationId xmlns:a16="http://schemas.microsoft.com/office/drawing/2014/main" id="{E090DEF2-8F7C-4BBF-99B8-A18E111DD5D8}"/>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面向对象的分析与设计</a:t>
            </a:r>
          </a:p>
        </p:txBody>
      </p:sp>
      <p:sp>
        <p:nvSpPr>
          <p:cNvPr id="10001" name="frame-35">
            <a:extLst>
              <a:ext uri="{FF2B5EF4-FFF2-40B4-BE49-F238E27FC236}">
                <a16:creationId xmlns:a16="http://schemas.microsoft.com/office/drawing/2014/main" id="{617186D9-C235-4B5A-8587-E646C8949569}"/>
              </a:ext>
            </a:extLst>
          </p:cNvPr>
          <p:cNvSpPr>
            <a:spLocks noGrp="1"/>
          </p:cNvSpPr>
          <p:nvPr/>
        </p:nvSpPr>
        <p:spPr>
          <a:xfrm>
            <a:off x="476250" y="904875"/>
            <a:ext cx="8191500" cy="7620"/>
          </a:xfrm>
          <a:prstGeom prst="rect">
            <a:avLst/>
          </a:prstGeom>
          <a:solidFill>
            <a:srgbClr val="D9D4CA"/>
          </a:solidFill>
          <a:ln w="0">
            <a:noFill/>
          </a:ln>
        </p:spPr>
      </p:sp>
      <p:sp>
        <p:nvSpPr>
          <p:cNvPr id="10002" name="frame-36">
            <a:extLst>
              <a:ext uri="{FF2B5EF4-FFF2-40B4-BE49-F238E27FC236}">
                <a16:creationId xmlns:a16="http://schemas.microsoft.com/office/drawing/2014/main" id="{568E1F69-B1DF-43BE-A47A-FC625F97FC40}"/>
              </a:ext>
            </a:extLst>
          </p:cNvPr>
          <p:cNvSpPr>
            <a:spLocks noGrp="1"/>
          </p:cNvSpPr>
          <p:nvPr/>
        </p:nvSpPr>
        <p:spPr>
          <a:xfrm>
            <a:off x="476250" y="4762500"/>
            <a:ext cx="8191500" cy="7620"/>
          </a:xfrm>
          <a:prstGeom prst="rect">
            <a:avLst/>
          </a:prstGeom>
          <a:solidFill>
            <a:srgbClr val="D9D4CA"/>
          </a:solidFill>
          <a:ln w="0">
            <a:noFill/>
          </a:ln>
        </p:spPr>
      </p:sp>
      <p:sp>
        <p:nvSpPr>
          <p:cNvPr id="10003" name="frame-37">
            <a:extLst>
              <a:ext uri="{FF2B5EF4-FFF2-40B4-BE49-F238E27FC236}">
                <a16:creationId xmlns:a16="http://schemas.microsoft.com/office/drawing/2014/main" id="{9175FF4E-849D-41BB-8BB3-A5C4E2F327B9}"/>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38">
            <a:extLst>
              <a:ext uri="{FF2B5EF4-FFF2-40B4-BE49-F238E27FC236}">
                <a16:creationId xmlns:a16="http://schemas.microsoft.com/office/drawing/2014/main" id="{0F25272B-A8F9-40FF-8D3B-27EDC29CD5EB}"/>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08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781124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bg>
      <p:bgPr>
        <a:solidFill>
          <a:srgbClr val="F7F2E9"/>
        </a:solidFill>
        <a:effectLst/>
      </p:bgPr>
    </p:bg>
    <p:spTree>
      <p:nvGrpSpPr>
        <p:cNvPr id="1" name=""/>
        <p:cNvGrpSpPr/>
        <p:nvPr/>
      </p:nvGrpSpPr>
      <p:grpSpPr>
        <a:xfrm>
          <a:off x="0" y="0"/>
          <a:ext cx="0" cy="0"/>
          <a:chOff x="0" y="0"/>
          <a:chExt cx="0" cy="0"/>
        </a:xfrm>
      </p:grpSpPr>
      <p:pic>
        <p:nvPicPr>
          <p:cNvPr id="7" name="Picture 4" descr="未命名">
            <a:extLst>
              <a:ext uri="{FF2B5EF4-FFF2-40B4-BE49-F238E27FC236}">
                <a16:creationId xmlns:a16="http://schemas.microsoft.com/office/drawing/2014/main" id="{A2992E3D-2059-CB94-82BA-8CE625025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0850" y="1726689"/>
            <a:ext cx="2251703" cy="26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2" name="Rectangle 4">
            <a:extLst>
              <a:ext uri="{FF2B5EF4-FFF2-40B4-BE49-F238E27FC236}">
                <a16:creationId xmlns:a16="http://schemas.microsoft.com/office/drawing/2014/main" id="{7BBBFB7C-0334-97A4-2110-ADE039057A83}"/>
              </a:ext>
            </a:extLst>
          </p:cNvPr>
          <p:cNvSpPr>
            <a:spLocks noGrp="1" noChangeArrowheads="1"/>
          </p:cNvSpPr>
          <p:nvPr/>
        </p:nvSpPr>
        <p:spPr>
          <a:xfrm>
            <a:off x="535287" y="1076325"/>
            <a:ext cx="7992184" cy="3524250"/>
          </a:xfrm>
        </p:spPr>
        <p:txBody>
          <a:bodyPr lIns="77601" tIns="38800" rIns="77601" bIns="38800">
            <a:noAutofit/>
          </a:bodyPr>
          <a:lstStyle/>
          <a:p>
            <a:pPr marL="164331" indent="-164331" algn="l" defTabSz="657325" rtl="0" eaLnBrk="1" latinLnBrk="0" hangingPunct="1">
              <a:buFont typeface="Noto Sans SC" panose="020B0604020202020204" pitchFamily="34" charset="0"/>
              <a:buChar char="•"/>
              <a:defRPr sz="2013" kern="1200">
                <a:solidFill>
                  <a:schemeClr val="tx1"/>
                </a:solidFill>
                <a:latin typeface="Noto Sans SC"/>
                <a:ea typeface="Noto Sans SC"/>
                <a:cs typeface="Noto Sans SC"/>
              </a:defRPr>
            </a:pPr>
            <a:r>
              <a:rPr lang="en-GB" altLang="zh-CN" sz="1869" kern="1200" dirty="0">
                <a:solidFill>
                  <a:schemeClr val="tx1"/>
                </a:solidFill>
                <a:latin typeface="Noto Sans SC"/>
                <a:ea typeface="Noto Sans SC"/>
                <a:cs typeface="Noto Sans SC"/>
              </a:rPr>
              <a:t>Unified Modelling Language </a:t>
            </a:r>
            <a:r>
              <a:rPr lang="en-US" altLang="zh-CN" sz="1869" kern="1200" dirty="0">
                <a:solidFill>
                  <a:schemeClr val="tx1"/>
                </a:solidFill>
                <a:latin typeface="Noto Sans SC"/>
                <a:ea typeface="Noto Sans SC"/>
                <a:cs typeface="Noto Sans SC"/>
              </a:rPr>
              <a:t>(UML)</a:t>
            </a:r>
            <a:r>
              <a:rPr lang="en-US" altLang="zh-CN" sz="1869" kern="1200" baseline="30000" dirty="0">
                <a:solidFill>
                  <a:schemeClr val="tx1"/>
                </a:solidFill>
                <a:latin typeface="Noto Sans SC"/>
                <a:ea typeface="Noto Sans SC"/>
                <a:cs typeface="Noto Sans SC"/>
              </a:rPr>
              <a:t> </a:t>
            </a:r>
            <a:r>
              <a:rPr lang="zh-CN" altLang="en-US" sz="1869" kern="1200" dirty="0">
                <a:solidFill>
                  <a:schemeClr val="tx1"/>
                </a:solidFill>
                <a:latin typeface="Noto Sans SC"/>
                <a:ea typeface="Noto Sans SC"/>
                <a:cs typeface="Noto Sans SC"/>
              </a:rPr>
              <a:t>是一种面向对象的图形化建模语言</a:t>
            </a:r>
            <a:endParaRPr lang="en-GB" altLang="zh-CN" sz="1869" kern="1200" dirty="0">
              <a:solidFill>
                <a:schemeClr val="tx1"/>
              </a:solidFill>
              <a:latin typeface="Noto Sans SC"/>
              <a:ea typeface="Noto Sans SC"/>
              <a:cs typeface="Noto Sans SC"/>
            </a:endParaRPr>
          </a:p>
          <a:p>
            <a:pPr marL="492994" lvl="1" indent="-164331" algn="l" defTabSz="657325" rtl="0" eaLnBrk="1" latinLnBrk="0" hangingPunct="1">
              <a:buFont typeface="Noto Sans SC" panose="020B0604020202020204" pitchFamily="34" charset="0"/>
              <a:buChar char="•"/>
              <a:defRPr sz="1725" kern="1200">
                <a:solidFill>
                  <a:schemeClr val="tx1"/>
                </a:solidFill>
                <a:latin typeface="Noto Sans SC"/>
                <a:ea typeface="Noto Sans SC"/>
                <a:cs typeface="Noto Sans SC"/>
              </a:defRPr>
            </a:pPr>
            <a:r>
              <a:rPr lang="zh-CN" altLang="en-US" sz="1725" kern="1200" dirty="0">
                <a:solidFill>
                  <a:schemeClr val="tx1"/>
                </a:solidFill>
                <a:latin typeface="Noto Sans SC"/>
                <a:ea typeface="Noto Sans SC"/>
                <a:cs typeface="Noto Sans SC"/>
              </a:rPr>
              <a:t>支持面向对象的思维方式</a:t>
            </a:r>
            <a:endParaRPr lang="en-US" altLang="zh-CN" sz="1725" kern="1200" dirty="0">
              <a:solidFill>
                <a:schemeClr val="tx1"/>
              </a:solidFill>
              <a:latin typeface="Noto Sans SC"/>
              <a:ea typeface="Noto Sans SC"/>
              <a:cs typeface="Noto Sans SC"/>
            </a:endParaRP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zh-CN" altLang="en-US" sz="1438" kern="1200" dirty="0">
                <a:solidFill>
                  <a:schemeClr val="tx1"/>
                </a:solidFill>
                <a:latin typeface="Noto Sans SC"/>
                <a:ea typeface="Noto Sans SC"/>
                <a:cs typeface="Noto Sans SC"/>
              </a:rPr>
              <a:t>从人、事、物和规则等维度进行系统的分析和设计</a:t>
            </a:r>
            <a:endParaRPr lang="en-US" altLang="zh-CN" sz="1438" kern="1200" dirty="0">
              <a:solidFill>
                <a:schemeClr val="tx1"/>
              </a:solidFill>
              <a:latin typeface="Noto Sans SC"/>
              <a:ea typeface="Noto Sans SC"/>
              <a:cs typeface="Noto Sans SC"/>
            </a:endParaRPr>
          </a:p>
          <a:p>
            <a:pPr marL="492994" lvl="1" indent="-164331" algn="l" defTabSz="657325" rtl="0" eaLnBrk="1" latinLnBrk="0" hangingPunct="1">
              <a:buFont typeface="Noto Sans SC" panose="020B0604020202020204" pitchFamily="34" charset="0"/>
              <a:buChar char="•"/>
              <a:defRPr sz="1725" kern="1200">
                <a:solidFill>
                  <a:schemeClr val="tx1"/>
                </a:solidFill>
                <a:latin typeface="Noto Sans SC"/>
                <a:ea typeface="Noto Sans SC"/>
                <a:cs typeface="Noto Sans SC"/>
              </a:defRPr>
            </a:pPr>
            <a:r>
              <a:rPr lang="zh-CN" altLang="en-US" sz="1725" kern="1200" dirty="0">
                <a:solidFill>
                  <a:schemeClr val="tx1"/>
                </a:solidFill>
                <a:latin typeface="Noto Sans SC"/>
                <a:ea typeface="Noto Sans SC"/>
                <a:cs typeface="Noto Sans SC"/>
              </a:rPr>
              <a:t>图形化语言</a:t>
            </a:r>
            <a:endParaRPr lang="en-US" altLang="zh-CN" sz="1725" kern="1200" dirty="0">
              <a:solidFill>
                <a:schemeClr val="tx1"/>
              </a:solidFill>
              <a:latin typeface="Noto Sans SC"/>
              <a:ea typeface="Noto Sans SC"/>
              <a:cs typeface="Noto Sans SC"/>
            </a:endParaRP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en-US" altLang="zh-CN" sz="1438" kern="1200" dirty="0">
                <a:solidFill>
                  <a:schemeClr val="tx1"/>
                </a:solidFill>
                <a:latin typeface="Noto Sans SC"/>
                <a:ea typeface="Noto Sans SC"/>
                <a:cs typeface="Noto Sans SC"/>
              </a:rPr>
              <a:t>Syntax</a:t>
            </a:r>
            <a:r>
              <a:rPr lang="zh-CN" altLang="en-US" sz="1438" kern="1200" dirty="0">
                <a:solidFill>
                  <a:schemeClr val="tx1"/>
                </a:solidFill>
                <a:latin typeface="Noto Sans SC"/>
                <a:ea typeface="Noto Sans SC"/>
                <a:cs typeface="Noto Sans SC"/>
              </a:rPr>
              <a:t>：基本词汇</a:t>
            </a:r>
            <a:r>
              <a:rPr lang="en-US" altLang="zh-CN" sz="1438" kern="1200" dirty="0">
                <a:solidFill>
                  <a:schemeClr val="tx1"/>
                </a:solidFill>
                <a:latin typeface="Noto Sans SC"/>
                <a:ea typeface="Noto Sans SC"/>
                <a:cs typeface="Noto Sans SC"/>
              </a:rPr>
              <a:t>+</a:t>
            </a:r>
            <a:r>
              <a:rPr lang="zh-CN" altLang="en-US" sz="1438" kern="1200" dirty="0">
                <a:solidFill>
                  <a:schemeClr val="tx1"/>
                </a:solidFill>
                <a:latin typeface="Noto Sans SC"/>
                <a:ea typeface="Noto Sans SC"/>
                <a:cs typeface="Noto Sans SC"/>
              </a:rPr>
              <a:t>构成规则</a:t>
            </a: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en-US" altLang="zh-CN" sz="1438" kern="1200" dirty="0">
                <a:solidFill>
                  <a:schemeClr val="tx1"/>
                </a:solidFill>
                <a:latin typeface="Noto Sans SC"/>
                <a:ea typeface="Noto Sans SC"/>
                <a:cs typeface="Noto Sans SC"/>
              </a:rPr>
              <a:t>Semantics </a:t>
            </a:r>
            <a:r>
              <a:rPr lang="zh-CN" altLang="en-US" sz="1438" kern="1200" dirty="0">
                <a:solidFill>
                  <a:schemeClr val="tx1"/>
                </a:solidFill>
                <a:latin typeface="Noto Sans SC"/>
                <a:ea typeface="Noto Sans SC"/>
                <a:cs typeface="Noto Sans SC"/>
              </a:rPr>
              <a:t>： </a:t>
            </a:r>
            <a:r>
              <a:rPr lang="en-US" altLang="zh-CN" sz="1438" kern="1200" dirty="0">
                <a:solidFill>
                  <a:schemeClr val="tx1"/>
                </a:solidFill>
                <a:latin typeface="Noto Sans SC"/>
                <a:ea typeface="Noto Sans SC"/>
                <a:cs typeface="Noto Sans SC"/>
              </a:rPr>
              <a:t>the meanings of the syntactic expressions</a:t>
            </a: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en-US" altLang="zh-CN" sz="1438" kern="1200" dirty="0">
                <a:solidFill>
                  <a:schemeClr val="tx1"/>
                </a:solidFill>
                <a:latin typeface="Noto Sans SC"/>
                <a:ea typeface="Noto Sans SC"/>
                <a:cs typeface="Noto Sans SC"/>
              </a:rPr>
              <a:t>Graphic Notation</a:t>
            </a:r>
            <a:r>
              <a:rPr lang="zh-CN" altLang="en-US" sz="1438" kern="1200" dirty="0">
                <a:solidFill>
                  <a:schemeClr val="tx1"/>
                </a:solidFill>
                <a:latin typeface="Noto Sans SC"/>
                <a:ea typeface="Noto Sans SC"/>
                <a:cs typeface="Noto Sans SC"/>
              </a:rPr>
              <a:t>：将隐藏的含义可视化，传递一致性</a:t>
            </a:r>
            <a:endParaRPr lang="en-US" altLang="zh-CN" sz="1438" kern="1200" dirty="0">
              <a:solidFill>
                <a:schemeClr val="tx1"/>
              </a:solidFill>
              <a:latin typeface="Noto Sans SC"/>
              <a:ea typeface="Noto Sans SC"/>
              <a:cs typeface="Noto Sans SC"/>
            </a:endParaRPr>
          </a:p>
          <a:p>
            <a:pPr marL="492994" lvl="1" indent="-164331" algn="l" defTabSz="657325" rtl="0" eaLnBrk="1" latinLnBrk="0" hangingPunct="1">
              <a:buFont typeface="Noto Sans SC" panose="020B0604020202020204" pitchFamily="34" charset="0"/>
              <a:buChar char="•"/>
              <a:defRPr sz="1725" kern="1200">
                <a:solidFill>
                  <a:schemeClr val="tx1"/>
                </a:solidFill>
                <a:latin typeface="Noto Sans SC"/>
                <a:ea typeface="Noto Sans SC"/>
                <a:cs typeface="Noto Sans SC"/>
              </a:defRPr>
            </a:pPr>
            <a:r>
              <a:rPr lang="zh-CN" altLang="en-US" sz="1725" kern="1200" dirty="0">
                <a:solidFill>
                  <a:schemeClr val="tx1"/>
                </a:solidFill>
                <a:latin typeface="Noto Sans SC"/>
                <a:ea typeface="Noto Sans SC"/>
                <a:cs typeface="Noto Sans SC"/>
              </a:rPr>
              <a:t>建模</a:t>
            </a:r>
            <a:endParaRPr lang="en-US" altLang="zh-CN" sz="1725" kern="1200" dirty="0">
              <a:solidFill>
                <a:schemeClr val="tx1"/>
              </a:solidFill>
              <a:latin typeface="Noto Sans SC"/>
              <a:ea typeface="Noto Sans SC"/>
              <a:cs typeface="Noto Sans SC"/>
            </a:endParaRP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zh-CN" altLang="en-US" sz="1438" kern="1200" dirty="0">
                <a:solidFill>
                  <a:schemeClr val="tx1"/>
                </a:solidFill>
                <a:latin typeface="Noto Sans SC"/>
                <a:ea typeface="Noto Sans SC"/>
                <a:cs typeface="Noto Sans SC"/>
              </a:rPr>
              <a:t>能够构建模型，使得我们能用熟悉的事物刻画未知的事物</a:t>
            </a:r>
            <a:endParaRPr lang="en-US" altLang="zh-CN" sz="1438" kern="1200" dirty="0">
              <a:solidFill>
                <a:schemeClr val="tx1"/>
              </a:solidFill>
              <a:latin typeface="Noto Sans SC"/>
              <a:ea typeface="Noto Sans SC"/>
              <a:cs typeface="Noto Sans SC"/>
            </a:endParaRP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zh-CN" altLang="en-US" sz="1438" kern="1200" dirty="0">
                <a:solidFill>
                  <a:schemeClr val="tx1"/>
                </a:solidFill>
                <a:latin typeface="Noto Sans SC"/>
                <a:ea typeface="Noto Sans SC"/>
                <a:cs typeface="Noto Sans SC"/>
              </a:rPr>
              <a:t>系统的理解需要有多个视角</a:t>
            </a:r>
            <a:endParaRPr lang="en-US" altLang="zh-CN" sz="1438" kern="1200" dirty="0">
              <a:solidFill>
                <a:schemeClr val="tx1"/>
              </a:solidFill>
              <a:latin typeface="Noto Sans SC"/>
              <a:ea typeface="Noto Sans SC"/>
              <a:cs typeface="Noto Sans SC"/>
            </a:endParaRPr>
          </a:p>
          <a:p>
            <a:pPr marL="821656" lvl="2" indent="-164331" algn="l" defTabSz="657325" rtl="0" eaLnBrk="1" latinLnBrk="0" hangingPunct="1">
              <a:buFont typeface="Noto Sans SC" panose="020B0604020202020204" pitchFamily="34" charset="0"/>
              <a:buChar char="•"/>
              <a:defRPr sz="1438" kern="1200">
                <a:solidFill>
                  <a:schemeClr val="tx1"/>
                </a:solidFill>
                <a:latin typeface="Noto Sans SC"/>
                <a:ea typeface="Noto Sans SC"/>
                <a:cs typeface="Noto Sans SC"/>
              </a:defRPr>
            </a:pPr>
            <a:r>
              <a:rPr lang="zh-CN" altLang="en-US" sz="1438" kern="1200" dirty="0">
                <a:solidFill>
                  <a:schemeClr val="tx1"/>
                </a:solidFill>
                <a:latin typeface="Noto Sans SC"/>
                <a:ea typeface="Noto Sans SC"/>
                <a:cs typeface="Noto Sans SC"/>
              </a:rPr>
              <a:t>包含多种图</a:t>
            </a:r>
            <a:r>
              <a:rPr lang="en-US" altLang="zh-CN" sz="1438" kern="1200" dirty="0">
                <a:solidFill>
                  <a:schemeClr val="tx1"/>
                </a:solidFill>
                <a:latin typeface="Noto Sans SC"/>
                <a:ea typeface="Noto Sans SC"/>
                <a:cs typeface="Noto Sans SC"/>
              </a:rPr>
              <a:t>(diagrams)</a:t>
            </a:r>
            <a:r>
              <a:rPr lang="zh-CN" altLang="en-US" sz="1438" kern="1200" dirty="0">
                <a:solidFill>
                  <a:schemeClr val="tx1"/>
                </a:solidFill>
                <a:latin typeface="Noto Sans SC"/>
                <a:ea typeface="Noto Sans SC"/>
                <a:cs typeface="Noto Sans SC"/>
              </a:rPr>
              <a:t>和由图构成的不同视角</a:t>
            </a:r>
            <a:r>
              <a:rPr lang="en-US" altLang="zh-CN" sz="1438" kern="1200" dirty="0">
                <a:solidFill>
                  <a:schemeClr val="tx1"/>
                </a:solidFill>
                <a:latin typeface="Noto Sans SC"/>
                <a:ea typeface="Noto Sans SC"/>
                <a:cs typeface="Noto Sans SC"/>
              </a:rPr>
              <a:t>(Views)</a:t>
            </a:r>
          </a:p>
        </p:txBody>
      </p:sp>
      <p:sp>
        <p:nvSpPr>
          <p:cNvPr id="11" name="文本框 10">
            <a:extLst>
              <a:ext uri="{FF2B5EF4-FFF2-40B4-BE49-F238E27FC236}">
                <a16:creationId xmlns:a16="http://schemas.microsoft.com/office/drawing/2014/main" id="{9B791D71-9821-456C-C250-9E5322EC8870}"/>
              </a:ext>
            </a:extLst>
          </p:cNvPr>
          <p:cNvSpPr txBox="1"/>
          <p:nvPr/>
        </p:nvSpPr>
        <p:spPr>
          <a:xfrm>
            <a:off x="6330233" y="4379327"/>
            <a:ext cx="2278481" cy="221248"/>
          </a:xfrm>
          <a:prstGeom prst="rect">
            <a:avLst/>
          </a:prstGeom>
          <a:noFill/>
        </p:spPr>
        <p:txBody>
          <a:bodyPr wrap="square" lIns="65733" tIns="32866" rIns="65733" bIns="32866">
            <a:noAutofit/>
          </a:bodyPr>
          <a:lstStyle/>
          <a:p>
            <a:pPr marL="0" algn="l" defTabSz="657325" rtl="0" eaLnBrk="1" latinLnBrk="0" hangingPunct="1">
              <a:defRPr sz="1294" kern="1200">
                <a:solidFill>
                  <a:schemeClr val="tx1"/>
                </a:solidFill>
                <a:latin typeface="Noto Sans SC"/>
                <a:ea typeface="Noto Sans SC"/>
                <a:cs typeface="Noto Sans SC"/>
              </a:defRPr>
            </a:pPr>
            <a:r>
              <a:rPr lang="en-US" altLang="zh-CN" sz="1006" b="1" kern="1200" dirty="0">
                <a:solidFill>
                  <a:schemeClr val="tx2">
                    <a:lumMod val="75000"/>
                    <a:lumOff val="25000"/>
                  </a:schemeClr>
                </a:solidFill>
                <a:latin typeface="Noto Sans SC"/>
                <a:ea typeface="Noto Sans SC"/>
                <a:cs typeface="Noto Sans SC"/>
              </a:rPr>
              <a:t>https://www.omg.org/uml/</a:t>
            </a:r>
            <a:endParaRPr lang="zh-CN" altLang="en-US" sz="1006" b="1" kern="1200" dirty="0">
              <a:solidFill>
                <a:schemeClr val="tx2">
                  <a:lumMod val="75000"/>
                  <a:lumOff val="25000"/>
                </a:schemeClr>
              </a:solidFill>
              <a:latin typeface="Noto Sans SC"/>
              <a:ea typeface="Noto Sans SC"/>
              <a:cs typeface="Noto Sans SC"/>
            </a:endParaRPr>
          </a:p>
        </p:txBody>
      </p:sp>
      <p:sp>
        <p:nvSpPr>
          <p:cNvPr id="10000" name="frame-39">
            <a:extLst>
              <a:ext uri="{FF2B5EF4-FFF2-40B4-BE49-F238E27FC236}">
                <a16:creationId xmlns:a16="http://schemas.microsoft.com/office/drawing/2014/main" id="{7DDCCE30-BA5A-4B4A-984B-EB4993BFAD11}"/>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UML是什么</a:t>
            </a:r>
          </a:p>
        </p:txBody>
      </p:sp>
      <p:sp>
        <p:nvSpPr>
          <p:cNvPr id="10001" name="frame-40">
            <a:extLst>
              <a:ext uri="{FF2B5EF4-FFF2-40B4-BE49-F238E27FC236}">
                <a16:creationId xmlns:a16="http://schemas.microsoft.com/office/drawing/2014/main" id="{395C3812-96B9-41F2-9419-E0B2C252E024}"/>
              </a:ext>
            </a:extLst>
          </p:cNvPr>
          <p:cNvSpPr>
            <a:spLocks noGrp="1"/>
          </p:cNvSpPr>
          <p:nvPr/>
        </p:nvSpPr>
        <p:spPr>
          <a:xfrm>
            <a:off x="476250" y="904875"/>
            <a:ext cx="8191500" cy="7620"/>
          </a:xfrm>
          <a:prstGeom prst="rect">
            <a:avLst/>
          </a:prstGeom>
          <a:solidFill>
            <a:srgbClr val="D9D4CA"/>
          </a:solidFill>
          <a:ln w="0">
            <a:noFill/>
          </a:ln>
        </p:spPr>
      </p:sp>
      <p:sp>
        <p:nvSpPr>
          <p:cNvPr id="10002" name="frame-41">
            <a:extLst>
              <a:ext uri="{FF2B5EF4-FFF2-40B4-BE49-F238E27FC236}">
                <a16:creationId xmlns:a16="http://schemas.microsoft.com/office/drawing/2014/main" id="{F766E623-EF75-4A99-AD78-3F5A02489969}"/>
              </a:ext>
            </a:extLst>
          </p:cNvPr>
          <p:cNvSpPr>
            <a:spLocks noGrp="1"/>
          </p:cNvSpPr>
          <p:nvPr/>
        </p:nvSpPr>
        <p:spPr>
          <a:xfrm>
            <a:off x="476250" y="4762500"/>
            <a:ext cx="8191500" cy="7620"/>
          </a:xfrm>
          <a:prstGeom prst="rect">
            <a:avLst/>
          </a:prstGeom>
          <a:solidFill>
            <a:srgbClr val="D9D4CA"/>
          </a:solidFill>
          <a:ln w="0">
            <a:noFill/>
          </a:ln>
        </p:spPr>
      </p:sp>
      <p:sp>
        <p:nvSpPr>
          <p:cNvPr id="10003" name="frame-42">
            <a:extLst>
              <a:ext uri="{FF2B5EF4-FFF2-40B4-BE49-F238E27FC236}">
                <a16:creationId xmlns:a16="http://schemas.microsoft.com/office/drawing/2014/main" id="{AE6D72D4-B944-407E-9381-F84A5455B388}"/>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43">
            <a:extLst>
              <a:ext uri="{FF2B5EF4-FFF2-40B4-BE49-F238E27FC236}">
                <a16:creationId xmlns:a16="http://schemas.microsoft.com/office/drawing/2014/main" id="{3D3A71EB-770C-4908-B1E4-356AF2F4BF4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09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A311E617-EF3C-9D73-B868-88CF129F70B6}"/>
              </a:ext>
            </a:extLst>
          </p:cNvPr>
          <p:cNvPicPr>
            <a:picLocks noChangeAspect="1"/>
          </p:cNvPicPr>
          <p:nvPr/>
        </p:nvPicPr>
        <p:blipFill>
          <a:blip r:embed="rId3"/>
          <a:stretch>
            <a:fillRect/>
          </a:stretch>
        </p:blipFill>
        <p:spPr>
          <a:xfrm>
            <a:off x="3277314" y="1076325"/>
            <a:ext cx="4637675" cy="3524250"/>
          </a:xfrm>
          <a:prstGeom prst="rect">
            <a:avLst/>
          </a:prstGeom>
        </p:spPr>
      </p:pic>
      <p:sp>
        <p:nvSpPr>
          <p:cNvPr id="9" name="标注: 线形(无边框) 8">
            <a:extLst>
              <a:ext uri="{FF2B5EF4-FFF2-40B4-BE49-F238E27FC236}">
                <a16:creationId xmlns:a16="http://schemas.microsoft.com/office/drawing/2014/main" id="{C4D1C338-D1C1-012E-C425-78E6D0C912E1}"/>
              </a:ext>
            </a:extLst>
          </p:cNvPr>
          <p:cNvSpPr/>
          <p:nvPr/>
        </p:nvSpPr>
        <p:spPr>
          <a:xfrm>
            <a:off x="1229011" y="3828177"/>
            <a:ext cx="2017195" cy="433263"/>
          </a:xfrm>
          <a:prstGeom prst="callout1">
            <a:avLst>
              <a:gd name="adj1" fmla="val 44668"/>
              <a:gd name="adj2" fmla="val 96070"/>
              <a:gd name="adj3" fmla="val 11016"/>
              <a:gd name="adj4" fmla="val 141770"/>
            </a:avLst>
          </a:prstGeom>
          <a:noFill/>
        </p:spPr>
        <p:style>
          <a:lnRef idx="2">
            <a:schemeClr val="accent1">
              <a:shade val="15000"/>
            </a:schemeClr>
          </a:lnRef>
          <a:fillRef idx="1">
            <a:schemeClr val="accent1"/>
          </a:fillRef>
          <a:effectRef idx="0">
            <a:schemeClr val="accent1"/>
          </a:effectRef>
          <a:fontRef idx="minor">
            <a:schemeClr val="lt1"/>
          </a:fontRef>
        </p:style>
        <p:txBody>
          <a:bodyPr lIns="62029" tIns="31015" rIns="62029" bIns="31015" rtlCol="0" anchor="ctr">
            <a:noAutofit/>
          </a:bodyPr>
          <a:lstStyle/>
          <a:p>
            <a:pPr marL="0" algn="ctr" defTabSz="620295" rtl="0" eaLnBrk="1" latinLnBrk="0" hangingPunct="1">
              <a:defRPr sz="1221" kern="1200">
                <a:solidFill>
                  <a:schemeClr val="tx1"/>
                </a:solidFill>
                <a:latin typeface="Noto Sans SC"/>
                <a:ea typeface="Noto Sans SC"/>
                <a:cs typeface="Noto Sans SC"/>
              </a:defRPr>
            </a:pPr>
            <a:r>
              <a:rPr lang="zh-CN" altLang="en-US" sz="1357" b="1" kern="1200" dirty="0">
                <a:solidFill>
                  <a:schemeClr val="tx1">
                    <a:lumMod val="75000"/>
                    <a:lumOff val="25000"/>
                  </a:schemeClr>
                </a:solidFill>
                <a:latin typeface="Noto Sans SC"/>
                <a:ea typeface="Noto Sans SC"/>
                <a:cs typeface="Noto Sans SC"/>
              </a:rPr>
              <a:t>获取</a:t>
            </a:r>
            <a:r>
              <a:rPr lang="en-US" altLang="zh-CN" sz="1357" b="1" kern="1200" dirty="0">
                <a:solidFill>
                  <a:schemeClr val="tx1">
                    <a:lumMod val="75000"/>
                    <a:lumOff val="25000"/>
                  </a:schemeClr>
                </a:solidFill>
                <a:latin typeface="Noto Sans SC"/>
                <a:ea typeface="Noto Sans SC"/>
                <a:cs typeface="Noto Sans SC"/>
              </a:rPr>
              <a:t>UML</a:t>
            </a:r>
            <a:r>
              <a:rPr lang="zh-CN" altLang="en-US" sz="1357" b="1" kern="1200" dirty="0">
                <a:solidFill>
                  <a:schemeClr val="tx1">
                    <a:lumMod val="75000"/>
                    <a:lumOff val="25000"/>
                  </a:schemeClr>
                </a:solidFill>
                <a:latin typeface="Noto Sans SC"/>
                <a:ea typeface="Noto Sans SC"/>
                <a:cs typeface="Noto Sans SC"/>
              </a:rPr>
              <a:t>相关的规范</a:t>
            </a:r>
          </a:p>
        </p:txBody>
      </p:sp>
      <p:sp>
        <p:nvSpPr>
          <p:cNvPr id="10000" name="frame-44">
            <a:extLst>
              <a:ext uri="{FF2B5EF4-FFF2-40B4-BE49-F238E27FC236}">
                <a16:creationId xmlns:a16="http://schemas.microsoft.com/office/drawing/2014/main" id="{170B65AF-1903-49B6-B06C-0532CBB0AC01}"/>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UML是什么</a:t>
            </a:r>
          </a:p>
        </p:txBody>
      </p:sp>
      <p:sp>
        <p:nvSpPr>
          <p:cNvPr id="10001" name="frame-45">
            <a:extLst>
              <a:ext uri="{FF2B5EF4-FFF2-40B4-BE49-F238E27FC236}">
                <a16:creationId xmlns:a16="http://schemas.microsoft.com/office/drawing/2014/main" id="{A5C49C36-F7D6-46FE-BA5B-82061E193739}"/>
              </a:ext>
            </a:extLst>
          </p:cNvPr>
          <p:cNvSpPr>
            <a:spLocks noGrp="1"/>
          </p:cNvSpPr>
          <p:nvPr/>
        </p:nvSpPr>
        <p:spPr>
          <a:xfrm>
            <a:off x="476250" y="904875"/>
            <a:ext cx="8191500" cy="7620"/>
          </a:xfrm>
          <a:prstGeom prst="rect">
            <a:avLst/>
          </a:prstGeom>
          <a:solidFill>
            <a:srgbClr val="D9D4CA"/>
          </a:solidFill>
          <a:ln w="0">
            <a:noFill/>
          </a:ln>
        </p:spPr>
      </p:sp>
      <p:sp>
        <p:nvSpPr>
          <p:cNvPr id="10002" name="frame-46">
            <a:extLst>
              <a:ext uri="{FF2B5EF4-FFF2-40B4-BE49-F238E27FC236}">
                <a16:creationId xmlns:a16="http://schemas.microsoft.com/office/drawing/2014/main" id="{E055036F-C12C-4B89-A13E-FAFC5E1C7CA8}"/>
              </a:ext>
            </a:extLst>
          </p:cNvPr>
          <p:cNvSpPr>
            <a:spLocks noGrp="1"/>
          </p:cNvSpPr>
          <p:nvPr/>
        </p:nvSpPr>
        <p:spPr>
          <a:xfrm>
            <a:off x="476250" y="4762500"/>
            <a:ext cx="8191500" cy="7620"/>
          </a:xfrm>
          <a:prstGeom prst="rect">
            <a:avLst/>
          </a:prstGeom>
          <a:solidFill>
            <a:srgbClr val="D9D4CA"/>
          </a:solidFill>
          <a:ln w="0">
            <a:noFill/>
          </a:ln>
        </p:spPr>
      </p:sp>
      <p:sp>
        <p:nvSpPr>
          <p:cNvPr id="10003" name="frame-47">
            <a:extLst>
              <a:ext uri="{FF2B5EF4-FFF2-40B4-BE49-F238E27FC236}">
                <a16:creationId xmlns:a16="http://schemas.microsoft.com/office/drawing/2014/main" id="{59D33B84-3AE1-4252-8758-E8415C9B3D86}"/>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48">
            <a:extLst>
              <a:ext uri="{FF2B5EF4-FFF2-40B4-BE49-F238E27FC236}">
                <a16:creationId xmlns:a16="http://schemas.microsoft.com/office/drawing/2014/main" id="{79F0126F-3D89-4C04-9FB8-222E9F470E3F}"/>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10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49792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4A4AECC-07E9-69D6-CAC1-CA17D8E1E24E}"/>
              </a:ext>
            </a:extLst>
          </p:cNvPr>
          <p:cNvPicPr>
            <a:picLocks noChangeAspect="1"/>
          </p:cNvPicPr>
          <p:nvPr/>
        </p:nvPicPr>
        <p:blipFill>
          <a:blip r:embed="rId3"/>
          <a:stretch>
            <a:fillRect/>
          </a:stretch>
        </p:blipFill>
        <p:spPr>
          <a:xfrm>
            <a:off x="945523" y="1076325"/>
            <a:ext cx="2598654" cy="2722018"/>
          </a:xfrm>
          <a:prstGeom prst="rect">
            <a:avLst/>
          </a:prstGeom>
        </p:spPr>
      </p:pic>
      <p:pic>
        <p:nvPicPr>
          <p:cNvPr id="10" name="图片 9">
            <a:extLst>
              <a:ext uri="{FF2B5EF4-FFF2-40B4-BE49-F238E27FC236}">
                <a16:creationId xmlns:a16="http://schemas.microsoft.com/office/drawing/2014/main" id="{930D5C6F-BB7D-7602-6064-1397CC6BAEFE}"/>
              </a:ext>
            </a:extLst>
          </p:cNvPr>
          <p:cNvPicPr>
            <a:picLocks noChangeAspect="1"/>
          </p:cNvPicPr>
          <p:nvPr/>
        </p:nvPicPr>
        <p:blipFill>
          <a:blip r:embed="rId4"/>
          <a:stretch>
            <a:fillRect/>
          </a:stretch>
        </p:blipFill>
        <p:spPr>
          <a:xfrm>
            <a:off x="4012960" y="1174164"/>
            <a:ext cx="4185518" cy="1024412"/>
          </a:xfrm>
          <a:prstGeom prst="rect">
            <a:avLst/>
          </a:prstGeom>
        </p:spPr>
      </p:pic>
      <p:pic>
        <p:nvPicPr>
          <p:cNvPr id="12" name="图片 11">
            <a:extLst>
              <a:ext uri="{FF2B5EF4-FFF2-40B4-BE49-F238E27FC236}">
                <a16:creationId xmlns:a16="http://schemas.microsoft.com/office/drawing/2014/main" id="{D8A48EF9-54B2-485E-E9BF-3856BC3D5D01}"/>
              </a:ext>
            </a:extLst>
          </p:cNvPr>
          <p:cNvPicPr>
            <a:picLocks noChangeAspect="1"/>
          </p:cNvPicPr>
          <p:nvPr/>
        </p:nvPicPr>
        <p:blipFill>
          <a:blip r:embed="rId5"/>
          <a:stretch>
            <a:fillRect/>
          </a:stretch>
        </p:blipFill>
        <p:spPr>
          <a:xfrm>
            <a:off x="4033319" y="2357626"/>
            <a:ext cx="4144798" cy="1017983"/>
          </a:xfrm>
          <a:prstGeom prst="rect">
            <a:avLst/>
          </a:prstGeom>
        </p:spPr>
      </p:pic>
      <p:pic>
        <p:nvPicPr>
          <p:cNvPr id="14" name="图片 13">
            <a:extLst>
              <a:ext uri="{FF2B5EF4-FFF2-40B4-BE49-F238E27FC236}">
                <a16:creationId xmlns:a16="http://schemas.microsoft.com/office/drawing/2014/main" id="{A1E1A46A-A5E1-3577-FA52-03E521220273}"/>
              </a:ext>
            </a:extLst>
          </p:cNvPr>
          <p:cNvPicPr>
            <a:picLocks noChangeAspect="1"/>
          </p:cNvPicPr>
          <p:nvPr/>
        </p:nvPicPr>
        <p:blipFill>
          <a:blip r:embed="rId6"/>
          <a:stretch>
            <a:fillRect/>
          </a:stretch>
        </p:blipFill>
        <p:spPr>
          <a:xfrm>
            <a:off x="5958623" y="3467139"/>
            <a:ext cx="2059457" cy="1133436"/>
          </a:xfrm>
          <a:prstGeom prst="rect">
            <a:avLst/>
          </a:prstGeom>
        </p:spPr>
      </p:pic>
      <p:sp>
        <p:nvSpPr>
          <p:cNvPr id="15" name="文本框 14">
            <a:extLst>
              <a:ext uri="{FF2B5EF4-FFF2-40B4-BE49-F238E27FC236}">
                <a16:creationId xmlns:a16="http://schemas.microsoft.com/office/drawing/2014/main" id="{95ADBB63-CE89-C4D9-C1DB-8489989B98C3}"/>
              </a:ext>
            </a:extLst>
          </p:cNvPr>
          <p:cNvSpPr txBox="1"/>
          <p:nvPr/>
        </p:nvSpPr>
        <p:spPr>
          <a:xfrm>
            <a:off x="1905513" y="3944230"/>
            <a:ext cx="678671" cy="228532"/>
          </a:xfrm>
          <a:prstGeom prst="rect">
            <a:avLst/>
          </a:prstGeom>
          <a:noFill/>
        </p:spPr>
        <p:txBody>
          <a:bodyPr wrap="none" lIns="61724" tIns="30862" rIns="61724" bIns="30862" rtlCol="0">
            <a:noAutofit/>
          </a:bodyPr>
          <a:lstStyle/>
          <a:p>
            <a:pPr marL="0" algn="l" defTabSz="617242" rtl="0" eaLnBrk="1" latinLnBrk="0" hangingPunct="1">
              <a:defRPr sz="1215" kern="1200">
                <a:solidFill>
                  <a:schemeClr val="tx1"/>
                </a:solidFill>
                <a:latin typeface="Noto Sans SC"/>
                <a:ea typeface="Noto Sans SC"/>
                <a:cs typeface="Noto Sans SC"/>
              </a:defRPr>
            </a:pPr>
            <a:r>
              <a:rPr lang="zh-CN" altLang="en-US" sz="1080" kern="1200" dirty="0">
                <a:solidFill>
                  <a:srgbClr val="A41F35"/>
                </a:solidFill>
                <a:latin typeface="Noto Sans SC"/>
                <a:ea typeface="Noto Sans SC"/>
                <a:cs typeface="Noto Sans SC"/>
              </a:rPr>
              <a:t>类的语法</a:t>
            </a:r>
          </a:p>
        </p:txBody>
      </p:sp>
      <p:sp>
        <p:nvSpPr>
          <p:cNvPr id="16" name="文本框 15">
            <a:extLst>
              <a:ext uri="{FF2B5EF4-FFF2-40B4-BE49-F238E27FC236}">
                <a16:creationId xmlns:a16="http://schemas.microsoft.com/office/drawing/2014/main" id="{38CD6A65-C6C9-59E5-7CBB-E54E5DA8C651}"/>
              </a:ext>
            </a:extLst>
          </p:cNvPr>
          <p:cNvSpPr txBox="1"/>
          <p:nvPr/>
        </p:nvSpPr>
        <p:spPr>
          <a:xfrm>
            <a:off x="5680630" y="1154800"/>
            <a:ext cx="702001" cy="228532"/>
          </a:xfrm>
          <a:prstGeom prst="rect">
            <a:avLst/>
          </a:prstGeom>
          <a:noFill/>
        </p:spPr>
        <p:txBody>
          <a:bodyPr wrap="none" lIns="61724" tIns="30862" rIns="61724" bIns="30862" rtlCol="0">
            <a:noAutofit/>
          </a:bodyPr>
          <a:lstStyle/>
          <a:p>
            <a:pPr marL="0" algn="l" defTabSz="617242" rtl="0" eaLnBrk="1" latinLnBrk="0" hangingPunct="1">
              <a:defRPr sz="1215" kern="1200">
                <a:solidFill>
                  <a:schemeClr val="tx1"/>
                </a:solidFill>
                <a:latin typeface="Noto Sans SC"/>
                <a:ea typeface="Noto Sans SC"/>
                <a:cs typeface="Noto Sans SC"/>
              </a:defRPr>
            </a:pPr>
            <a:r>
              <a:rPr lang="zh-CN" altLang="en-US" sz="1080" kern="1200" dirty="0">
                <a:solidFill>
                  <a:srgbClr val="A41F35"/>
                </a:solidFill>
                <a:latin typeface="Noto Sans SC"/>
                <a:ea typeface="Noto Sans SC"/>
                <a:cs typeface="Noto Sans SC"/>
              </a:rPr>
              <a:t>类的语义</a:t>
            </a:r>
          </a:p>
        </p:txBody>
      </p:sp>
      <p:sp>
        <p:nvSpPr>
          <p:cNvPr id="17" name="文本框 16">
            <a:extLst>
              <a:ext uri="{FF2B5EF4-FFF2-40B4-BE49-F238E27FC236}">
                <a16:creationId xmlns:a16="http://schemas.microsoft.com/office/drawing/2014/main" id="{00E6FEF4-E8B4-1DC7-8BA4-36B1F0174F53}"/>
              </a:ext>
            </a:extLst>
          </p:cNvPr>
          <p:cNvSpPr txBox="1"/>
          <p:nvPr/>
        </p:nvSpPr>
        <p:spPr>
          <a:xfrm>
            <a:off x="5613589" y="2331834"/>
            <a:ext cx="1232689" cy="228532"/>
          </a:xfrm>
          <a:prstGeom prst="rect">
            <a:avLst/>
          </a:prstGeom>
          <a:noFill/>
        </p:spPr>
        <p:txBody>
          <a:bodyPr wrap="none" lIns="61724" tIns="30862" rIns="61724" bIns="30862" rtlCol="0">
            <a:noAutofit/>
          </a:bodyPr>
          <a:lstStyle/>
          <a:p>
            <a:pPr marL="0" algn="l" defTabSz="617242" rtl="0" eaLnBrk="1" latinLnBrk="0" hangingPunct="1">
              <a:defRPr sz="1215" kern="1200">
                <a:solidFill>
                  <a:schemeClr val="tx1"/>
                </a:solidFill>
                <a:latin typeface="Noto Sans SC"/>
                <a:ea typeface="Noto Sans SC"/>
                <a:cs typeface="Noto Sans SC"/>
              </a:defRPr>
            </a:pPr>
            <a:r>
              <a:rPr lang="zh-CN" altLang="en-US" sz="1080" kern="1200" dirty="0">
                <a:solidFill>
                  <a:srgbClr val="A41F35"/>
                </a:solidFill>
                <a:latin typeface="Noto Sans SC"/>
                <a:ea typeface="Noto Sans SC"/>
                <a:cs typeface="Noto Sans SC"/>
              </a:rPr>
              <a:t>类的图型表示方法</a:t>
            </a:r>
          </a:p>
        </p:txBody>
      </p:sp>
      <p:sp>
        <p:nvSpPr>
          <p:cNvPr id="19" name="文本框 18">
            <a:extLst>
              <a:ext uri="{FF2B5EF4-FFF2-40B4-BE49-F238E27FC236}">
                <a16:creationId xmlns:a16="http://schemas.microsoft.com/office/drawing/2014/main" id="{3BE7EC86-5B4D-96F4-4319-EAE21B85E8D2}"/>
              </a:ext>
            </a:extLst>
          </p:cNvPr>
          <p:cNvSpPr txBox="1"/>
          <p:nvPr/>
        </p:nvSpPr>
        <p:spPr>
          <a:xfrm>
            <a:off x="4130318" y="3944230"/>
            <a:ext cx="1094185" cy="228532"/>
          </a:xfrm>
          <a:prstGeom prst="rect">
            <a:avLst/>
          </a:prstGeom>
          <a:noFill/>
        </p:spPr>
        <p:txBody>
          <a:bodyPr wrap="none" lIns="61724" tIns="30862" rIns="61724" bIns="30862" rtlCol="0">
            <a:noAutofit/>
          </a:bodyPr>
          <a:lstStyle/>
          <a:p>
            <a:pPr marL="0" algn="l" defTabSz="617242" rtl="0" eaLnBrk="1" latinLnBrk="0" hangingPunct="1">
              <a:defRPr sz="1215" kern="1200">
                <a:solidFill>
                  <a:schemeClr val="tx1"/>
                </a:solidFill>
                <a:latin typeface="Noto Sans SC"/>
                <a:ea typeface="Noto Sans SC"/>
                <a:cs typeface="Noto Sans SC"/>
              </a:defRPr>
            </a:pPr>
            <a:r>
              <a:rPr lang="zh-CN" altLang="en-US" sz="1080" kern="1200" dirty="0">
                <a:solidFill>
                  <a:srgbClr val="A41F35"/>
                </a:solidFill>
                <a:latin typeface="Noto Sans SC"/>
                <a:ea typeface="Noto Sans SC"/>
                <a:cs typeface="Noto Sans SC"/>
              </a:rPr>
              <a:t>呈现的图形效果</a:t>
            </a:r>
          </a:p>
        </p:txBody>
      </p:sp>
      <p:sp>
        <p:nvSpPr>
          <p:cNvPr id="10000" name="frame-49">
            <a:extLst>
              <a:ext uri="{FF2B5EF4-FFF2-40B4-BE49-F238E27FC236}">
                <a16:creationId xmlns:a16="http://schemas.microsoft.com/office/drawing/2014/main" id="{317E4327-8E96-4631-8616-7E9F5EDFAF5E}"/>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UML是什么</a:t>
            </a:r>
          </a:p>
        </p:txBody>
      </p:sp>
      <p:sp>
        <p:nvSpPr>
          <p:cNvPr id="10001" name="frame-50">
            <a:extLst>
              <a:ext uri="{FF2B5EF4-FFF2-40B4-BE49-F238E27FC236}">
                <a16:creationId xmlns:a16="http://schemas.microsoft.com/office/drawing/2014/main" id="{3F1E4352-75A9-4508-8096-F0BABF492352}"/>
              </a:ext>
            </a:extLst>
          </p:cNvPr>
          <p:cNvSpPr>
            <a:spLocks noGrp="1"/>
          </p:cNvSpPr>
          <p:nvPr/>
        </p:nvSpPr>
        <p:spPr>
          <a:xfrm>
            <a:off x="476250" y="904875"/>
            <a:ext cx="8191500" cy="7620"/>
          </a:xfrm>
          <a:prstGeom prst="rect">
            <a:avLst/>
          </a:prstGeom>
          <a:solidFill>
            <a:srgbClr val="D9D4CA"/>
          </a:solidFill>
          <a:ln w="0">
            <a:noFill/>
          </a:ln>
        </p:spPr>
      </p:sp>
      <p:sp>
        <p:nvSpPr>
          <p:cNvPr id="10002" name="frame-51">
            <a:extLst>
              <a:ext uri="{FF2B5EF4-FFF2-40B4-BE49-F238E27FC236}">
                <a16:creationId xmlns:a16="http://schemas.microsoft.com/office/drawing/2014/main" id="{69946B7C-8206-421A-9510-03A4849C36AA}"/>
              </a:ext>
            </a:extLst>
          </p:cNvPr>
          <p:cNvSpPr>
            <a:spLocks noGrp="1"/>
          </p:cNvSpPr>
          <p:nvPr/>
        </p:nvSpPr>
        <p:spPr>
          <a:xfrm>
            <a:off x="476250" y="4762500"/>
            <a:ext cx="8191500" cy="7620"/>
          </a:xfrm>
          <a:prstGeom prst="rect">
            <a:avLst/>
          </a:prstGeom>
          <a:solidFill>
            <a:srgbClr val="D9D4CA"/>
          </a:solidFill>
          <a:ln w="0">
            <a:noFill/>
          </a:ln>
        </p:spPr>
      </p:sp>
      <p:sp>
        <p:nvSpPr>
          <p:cNvPr id="10003" name="frame-52">
            <a:extLst>
              <a:ext uri="{FF2B5EF4-FFF2-40B4-BE49-F238E27FC236}">
                <a16:creationId xmlns:a16="http://schemas.microsoft.com/office/drawing/2014/main" id="{E07EB13E-579B-4A71-8856-5C66A5AE5C4B}"/>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53">
            <a:extLst>
              <a:ext uri="{FF2B5EF4-FFF2-40B4-BE49-F238E27FC236}">
                <a16:creationId xmlns:a16="http://schemas.microsoft.com/office/drawing/2014/main" id="{94D64147-2CD6-42BE-9F55-6EA4F0E0C3A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11 / 38</a:t>
            </a:r>
          </a:p>
        </p:txBody>
      </p:sp>
      <p:pic>
        <p:nvPicPr>
          <p:cNvPr id="10005" name="Picture 10004"/>
          <p:cNvPicPr>
            <a:picLocks noChangeAspect="1"/>
          </p:cNvPicPr>
          <p:nvPr/>
        </p:nvPicPr>
        <p:blipFill>
          <a:blip r:embed="rId7"/>
          <a:stretch/>
        </p:blipFill>
        <p:spPr>
          <a:xfrm>
            <a:off x="7496175" y="347601"/>
            <a:ext cx="1171575" cy="219198"/>
          </a:xfrm>
          <a:prstGeom prst="rect">
            <a:avLst/>
          </a:prstGeom>
        </p:spPr>
      </p:pic>
    </p:spTree>
    <p:extLst>
      <p:ext uri="{BB962C8B-B14F-4D97-AF65-F5344CB8AC3E}">
        <p14:creationId xmlns:p14="http://schemas.microsoft.com/office/powerpoint/2010/main" val="2200386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86E11C8-F6F5-71FA-F10A-C493F7E4639A}"/>
              </a:ext>
            </a:extLst>
          </p:cNvPr>
          <p:cNvSpPr txBox="1">
            <a:spLocks noChangeArrowheads="1"/>
          </p:cNvSpPr>
          <p:nvPr/>
        </p:nvSpPr>
        <p:spPr>
          <a:xfrm>
            <a:off x="932825" y="1076325"/>
            <a:ext cx="7286625" cy="619125"/>
          </a:xfrm>
          <a:prstGeom prst="rect">
            <a:avLst/>
          </a:prstGeom>
        </p:spPr>
        <p:txBody>
          <a:bodyPr vert="horz" lIns="63290" tIns="31645" rIns="63290" bIns="31645" rtlCol="0">
            <a:noAutofit/>
          </a:bodyPr>
          <a:lstStyle/>
          <a:p>
            <a:pPr marL="158225" indent="-158225" algn="l" defTabSz="632900" rtl="0" eaLnBrk="1" latinLnBrk="0" hangingPunct="1">
              <a:buFont typeface="Noto Sans SC" panose="020B0604020202020204" pitchFamily="34" charset="0"/>
              <a:buChar char="•"/>
              <a:defRPr sz="1246"/>
            </a:pPr>
            <a:r>
              <a:rPr lang="en-US" altLang="zh-CN" sz="1384" dirty="0">
                <a:latin typeface="Noto Sans SC"/>
                <a:ea typeface="Noto Sans SC"/>
                <a:cs typeface="Noto Sans SC"/>
              </a:rPr>
              <a:t>[</a:t>
            </a:r>
            <a:r>
              <a:rPr lang="zh-CN" altLang="en-US" sz="1384" dirty="0">
                <a:latin typeface="Noto Sans SC"/>
                <a:ea typeface="Noto Sans SC"/>
                <a:cs typeface="Noto Sans SC"/>
              </a:rPr>
              <a:t>摘自某相声</a:t>
            </a:r>
            <a:r>
              <a:rPr lang="en-US" altLang="zh-CN" sz="1384" dirty="0">
                <a:latin typeface="Noto Sans SC"/>
                <a:ea typeface="Noto Sans SC"/>
                <a:cs typeface="Noto Sans SC"/>
              </a:rPr>
              <a:t>] </a:t>
            </a:r>
            <a:r>
              <a:rPr lang="zh-CN" altLang="en-US" sz="1384" dirty="0">
                <a:latin typeface="Noto Sans SC"/>
                <a:ea typeface="Noto Sans SC"/>
                <a:cs typeface="Noto Sans SC"/>
              </a:rPr>
              <a:t>一学汉语十年的老外</a:t>
            </a:r>
            <a:r>
              <a:rPr lang="en-US" altLang="zh-CN" sz="1384" dirty="0">
                <a:latin typeface="Noto Sans SC"/>
                <a:ea typeface="Noto Sans SC"/>
                <a:cs typeface="Noto Sans SC"/>
              </a:rPr>
              <a:t>(</a:t>
            </a:r>
            <a:r>
              <a:rPr lang="zh-CN" altLang="en-US" sz="1384" dirty="0">
                <a:latin typeface="Noto Sans SC"/>
                <a:ea typeface="Noto Sans SC"/>
                <a:cs typeface="Noto Sans SC"/>
              </a:rPr>
              <a:t>名 阿呆</a:t>
            </a:r>
            <a:r>
              <a:rPr lang="en-US" altLang="zh-CN" sz="1384" dirty="0">
                <a:latin typeface="Noto Sans SC"/>
                <a:ea typeface="Noto Sans SC"/>
                <a:cs typeface="Noto Sans SC"/>
              </a:rPr>
              <a:t>) </a:t>
            </a:r>
            <a:r>
              <a:rPr lang="zh-CN" altLang="en-US" sz="1384" dirty="0">
                <a:latin typeface="Noto Sans SC"/>
                <a:ea typeface="Noto Sans SC"/>
                <a:cs typeface="Noto Sans SC"/>
              </a:rPr>
              <a:t>参加汉语考试：解释下文中每个“意思”的意思</a:t>
            </a:r>
            <a:endParaRPr lang="en-US" altLang="zh-CN" sz="1384" dirty="0">
              <a:latin typeface="Noto Sans SC"/>
              <a:ea typeface="Noto Sans SC"/>
              <a:cs typeface="Noto Sans SC"/>
            </a:endParaRPr>
          </a:p>
        </p:txBody>
      </p:sp>
      <p:pic>
        <p:nvPicPr>
          <p:cNvPr id="9" name="图片 8">
            <a:extLst>
              <a:ext uri="{FF2B5EF4-FFF2-40B4-BE49-F238E27FC236}">
                <a16:creationId xmlns:a16="http://schemas.microsoft.com/office/drawing/2014/main" id="{695058C6-6FEB-F373-185F-22704789670F}"/>
              </a:ext>
            </a:extLst>
          </p:cNvPr>
          <p:cNvPicPr>
            <a:picLocks noChangeAspect="1"/>
          </p:cNvPicPr>
          <p:nvPr/>
        </p:nvPicPr>
        <p:blipFill>
          <a:blip r:embed="rId3"/>
          <a:stretch>
            <a:fillRect/>
          </a:stretch>
        </p:blipFill>
        <p:spPr>
          <a:xfrm>
            <a:off x="4592326" y="1741806"/>
            <a:ext cx="3618849" cy="1593834"/>
          </a:xfrm>
          <a:prstGeom prst="rect">
            <a:avLst/>
          </a:prstGeom>
        </p:spPr>
      </p:pic>
      <p:sp>
        <p:nvSpPr>
          <p:cNvPr id="10" name="Rectangle 3">
            <a:extLst>
              <a:ext uri="{FF2B5EF4-FFF2-40B4-BE49-F238E27FC236}">
                <a16:creationId xmlns:a16="http://schemas.microsoft.com/office/drawing/2014/main" id="{06C6B7B4-E2FC-B4DA-5B14-EBB080DD0A38}"/>
              </a:ext>
            </a:extLst>
          </p:cNvPr>
          <p:cNvSpPr txBox="1">
            <a:spLocks noChangeArrowheads="1"/>
          </p:cNvSpPr>
          <p:nvPr/>
        </p:nvSpPr>
        <p:spPr>
          <a:xfrm>
            <a:off x="1142072" y="1741806"/>
            <a:ext cx="3090547" cy="2701067"/>
          </a:xfrm>
          <a:prstGeom prst="rect">
            <a:avLst/>
          </a:prstGeom>
          <a:solidFill>
            <a:schemeClr val="bg1">
              <a:lumMod val="95000"/>
            </a:schemeClr>
          </a:solidFill>
        </p:spPr>
        <p:txBody>
          <a:bodyPr vert="horz" lIns="63290" tIns="31645" rIns="63290" bIns="31645" rtlCol="0">
            <a:noAutofit/>
          </a:bodyPr>
          <a:lstStyle/>
          <a:p>
            <a:pPr marL="0" indent="0" algn="l" defTabSz="632900" rtl="0" eaLnBrk="1" latinLnBrk="0" hangingPunct="1">
              <a:buFont typeface="Noto Sans SC" panose="020B0604020202020204" pitchFamily="34" charset="0"/>
              <a:buChar char="•"/>
              <a:defRPr sz="1246"/>
            </a:pPr>
            <a:r>
              <a:rPr lang="zh-CN" altLang="en-US" sz="1384" b="1" dirty="0">
                <a:latin typeface="Noto Sans SC"/>
                <a:ea typeface="Noto Sans SC"/>
                <a:cs typeface="Noto Sans SC"/>
              </a:rPr>
              <a:t>              题目：阿呆送红包</a:t>
            </a:r>
            <a:endParaRPr lang="en-US" altLang="zh-CN" sz="1384" b="1" dirty="0">
              <a:latin typeface="Noto Sans SC"/>
              <a:ea typeface="Noto Sans SC"/>
              <a:cs typeface="Noto Sans SC"/>
            </a:endParaRPr>
          </a:p>
          <a:p>
            <a:pPr marL="0" indent="0" algn="l" defTabSz="632900" rtl="0" eaLnBrk="1" latinLnBrk="0" hangingPunct="1">
              <a:buFont typeface="Noto Sans SC" panose="020B0604020202020204" pitchFamily="34" charset="0"/>
              <a:buChar char="•"/>
              <a:defRPr sz="1246"/>
            </a:pPr>
            <a:endParaRPr lang="zh-CN" altLang="en-US" sz="1384" b="1" dirty="0">
              <a:latin typeface="Noto Sans SC"/>
              <a:ea typeface="Noto Sans SC"/>
              <a:cs typeface="Noto Sans SC"/>
            </a:endParaRP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领导：你这什么意思？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呆：   没什么意思，意思意思。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领导：你这就不够意思了。</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呆：   小意思小意思。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领导：你这人真有意思。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呆：   其实也没别的意思。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领导：那我就不好意思了。</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呆：   是我不好意思。</a:t>
            </a:r>
          </a:p>
          <a:p>
            <a:pPr marL="316450" lvl="1" indent="0" algn="l" defTabSz="632900" rtl="0" eaLnBrk="1" latinLnBrk="0" hangingPunct="1">
              <a:buFont typeface="Noto Sans SC" panose="020B0604020202020204" pitchFamily="34" charset="0"/>
              <a:buChar char="•"/>
              <a:defRPr sz="1246"/>
            </a:pPr>
            <a:r>
              <a:rPr lang="zh-CN" altLang="en-US" sz="1384" dirty="0">
                <a:latin typeface="Noto Sans SC"/>
                <a:ea typeface="Noto Sans SC"/>
                <a:cs typeface="Noto Sans SC"/>
              </a:rPr>
              <a:t>阿呆泪流满面，交白卷回国 </a:t>
            </a:r>
            <a:endParaRPr lang="en-US" altLang="zh-CN" sz="1384" dirty="0">
              <a:latin typeface="Noto Sans SC"/>
              <a:ea typeface="Noto Sans SC"/>
              <a:cs typeface="Noto Sans SC"/>
            </a:endParaRPr>
          </a:p>
        </p:txBody>
      </p:sp>
      <p:sp>
        <p:nvSpPr>
          <p:cNvPr id="12" name="文本框 11">
            <a:extLst>
              <a:ext uri="{FF2B5EF4-FFF2-40B4-BE49-F238E27FC236}">
                <a16:creationId xmlns:a16="http://schemas.microsoft.com/office/drawing/2014/main" id="{83C22D93-18EF-22F9-1EEA-80F3131D4BF3}"/>
              </a:ext>
            </a:extLst>
          </p:cNvPr>
          <p:cNvSpPr txBox="1"/>
          <p:nvPr/>
        </p:nvSpPr>
        <p:spPr>
          <a:xfrm>
            <a:off x="4232619" y="3654736"/>
            <a:ext cx="3371453" cy="945839"/>
          </a:xfrm>
          <a:prstGeom prst="rect">
            <a:avLst/>
          </a:prstGeom>
          <a:noFill/>
        </p:spPr>
        <p:txBody>
          <a:bodyPr wrap="square" lIns="63290" tIns="31645" rIns="63290" bIns="31645">
            <a:noAutofit/>
          </a:bodyPr>
          <a:lstStyle/>
          <a:p>
            <a:pPr marL="316450" lvl="1" algn="l" defTabSz="632900" rtl="0" eaLnBrk="1" latinLnBrk="0" hangingPunct="1">
              <a:lnSpc>
                <a:spcPct val="120000"/>
              </a:lnSpc>
              <a:defRPr sz="1246"/>
            </a:pPr>
            <a:r>
              <a:rPr lang="zh-CN" altLang="en-US" sz="1246" dirty="0">
                <a:latin typeface="Noto Sans SC"/>
                <a:ea typeface="Noto Sans SC"/>
                <a:cs typeface="Noto Sans SC"/>
              </a:rPr>
              <a:t>文字表达歧义太多，在图的基础上，配一些文字，很容易清楚表达</a:t>
            </a:r>
          </a:p>
          <a:p>
            <a:pPr marL="316450" lvl="1" algn="l" defTabSz="632900" rtl="0" eaLnBrk="1" latinLnBrk="0" hangingPunct="1">
              <a:lnSpc>
                <a:spcPct val="120000"/>
              </a:lnSpc>
              <a:defRPr sz="1246"/>
            </a:pPr>
            <a:r>
              <a:rPr lang="en-US" altLang="zh-CN" sz="1246" dirty="0">
                <a:latin typeface="Noto Sans SC"/>
                <a:ea typeface="Noto Sans SC"/>
                <a:cs typeface="Noto Sans SC"/>
              </a:rPr>
              <a:t>UML</a:t>
            </a:r>
            <a:r>
              <a:rPr lang="zh-CN" altLang="en-US" sz="1246" dirty="0">
                <a:latin typeface="Noto Sans SC"/>
                <a:ea typeface="Noto Sans SC"/>
                <a:cs typeface="Noto Sans SC"/>
              </a:rPr>
              <a:t>采用了许多图形化的符号用于建模</a:t>
            </a:r>
          </a:p>
          <a:p>
            <a:pPr marL="316450" lvl="1" algn="l" defTabSz="632900" rtl="0" eaLnBrk="1" latinLnBrk="0" hangingPunct="1">
              <a:defRPr sz="1246"/>
            </a:pPr>
            <a:endParaRPr lang="zh-CN" altLang="en-US" sz="1246" dirty="0">
              <a:solidFill>
                <a:srgbClr val="A41F35"/>
              </a:solidFill>
              <a:latin typeface="Noto Sans SC"/>
              <a:ea typeface="Noto Sans SC"/>
              <a:cs typeface="Noto Sans SC"/>
            </a:endParaRPr>
          </a:p>
        </p:txBody>
      </p:sp>
      <p:sp>
        <p:nvSpPr>
          <p:cNvPr id="10000" name="frame-54">
            <a:extLst>
              <a:ext uri="{FF2B5EF4-FFF2-40B4-BE49-F238E27FC236}">
                <a16:creationId xmlns:a16="http://schemas.microsoft.com/office/drawing/2014/main" id="{2758A455-3E14-4E30-9E22-714ABEFAC3AE}"/>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一图胜千言</a:t>
            </a:r>
          </a:p>
        </p:txBody>
      </p:sp>
      <p:sp>
        <p:nvSpPr>
          <p:cNvPr id="10001" name="frame-55">
            <a:extLst>
              <a:ext uri="{FF2B5EF4-FFF2-40B4-BE49-F238E27FC236}">
                <a16:creationId xmlns:a16="http://schemas.microsoft.com/office/drawing/2014/main" id="{31A85C54-CB5F-41F2-A9BA-2E8D751E826D}"/>
              </a:ext>
            </a:extLst>
          </p:cNvPr>
          <p:cNvSpPr>
            <a:spLocks noGrp="1"/>
          </p:cNvSpPr>
          <p:nvPr/>
        </p:nvSpPr>
        <p:spPr>
          <a:xfrm>
            <a:off x="476250" y="904875"/>
            <a:ext cx="8191500" cy="7620"/>
          </a:xfrm>
          <a:prstGeom prst="rect">
            <a:avLst/>
          </a:prstGeom>
          <a:solidFill>
            <a:srgbClr val="D9D4CA"/>
          </a:solidFill>
          <a:ln w="0">
            <a:noFill/>
          </a:ln>
        </p:spPr>
      </p:sp>
      <p:sp>
        <p:nvSpPr>
          <p:cNvPr id="10002" name="frame-56">
            <a:extLst>
              <a:ext uri="{FF2B5EF4-FFF2-40B4-BE49-F238E27FC236}">
                <a16:creationId xmlns:a16="http://schemas.microsoft.com/office/drawing/2014/main" id="{461F046A-8927-4400-95C7-7F2A5E4C5EFE}"/>
              </a:ext>
            </a:extLst>
          </p:cNvPr>
          <p:cNvSpPr>
            <a:spLocks noGrp="1"/>
          </p:cNvSpPr>
          <p:nvPr/>
        </p:nvSpPr>
        <p:spPr>
          <a:xfrm>
            <a:off x="476250" y="4762500"/>
            <a:ext cx="8191500" cy="7620"/>
          </a:xfrm>
          <a:prstGeom prst="rect">
            <a:avLst/>
          </a:prstGeom>
          <a:solidFill>
            <a:srgbClr val="D9D4CA"/>
          </a:solidFill>
          <a:ln w="0">
            <a:noFill/>
          </a:ln>
        </p:spPr>
      </p:sp>
      <p:sp>
        <p:nvSpPr>
          <p:cNvPr id="10003" name="frame-57">
            <a:extLst>
              <a:ext uri="{FF2B5EF4-FFF2-40B4-BE49-F238E27FC236}">
                <a16:creationId xmlns:a16="http://schemas.microsoft.com/office/drawing/2014/main" id="{1C92F6A0-5E0D-4EC9-805D-EB1770FA1BCA}"/>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58">
            <a:extLst>
              <a:ext uri="{FF2B5EF4-FFF2-40B4-BE49-F238E27FC236}">
                <a16:creationId xmlns:a16="http://schemas.microsoft.com/office/drawing/2014/main" id="{13F14DA1-EE5B-47CC-B9BF-DD0DB16F8F13}"/>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12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2219908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EC2700D-EA7E-DAA2-E885-5265E4113AF3}"/>
              </a:ext>
            </a:extLst>
          </p:cNvPr>
          <p:cNvPicPr>
            <a:picLocks noChangeAspect="1"/>
          </p:cNvPicPr>
          <p:nvPr/>
        </p:nvPicPr>
        <p:blipFill>
          <a:blip r:embed="rId2"/>
          <a:stretch>
            <a:fillRect/>
          </a:stretch>
        </p:blipFill>
        <p:spPr>
          <a:xfrm>
            <a:off x="1751793" y="1280080"/>
            <a:ext cx="5640415" cy="3320495"/>
          </a:xfrm>
          <a:prstGeom prst="rect">
            <a:avLst/>
          </a:prstGeom>
        </p:spPr>
      </p:pic>
      <p:sp>
        <p:nvSpPr>
          <p:cNvPr id="13" name="文本框 12">
            <a:extLst>
              <a:ext uri="{FF2B5EF4-FFF2-40B4-BE49-F238E27FC236}">
                <a16:creationId xmlns:a16="http://schemas.microsoft.com/office/drawing/2014/main" id="{E4613194-5D53-5015-4873-F1456607F1C9}"/>
              </a:ext>
            </a:extLst>
          </p:cNvPr>
          <p:cNvSpPr txBox="1"/>
          <p:nvPr/>
        </p:nvSpPr>
        <p:spPr>
          <a:xfrm>
            <a:off x="3126294" y="1076325"/>
            <a:ext cx="2986612" cy="305554"/>
          </a:xfrm>
          <a:prstGeom prst="rect">
            <a:avLst/>
          </a:prstGeom>
          <a:noFill/>
        </p:spPr>
        <p:txBody>
          <a:bodyPr wrap="square" lIns="60520" tIns="30260" rIns="60520" bIns="30260" rtlCol="0">
            <a:noAutofit/>
          </a:bodyPr>
          <a:lstStyle/>
          <a:p>
            <a:pPr marL="0" algn="l" defTabSz="605198" rtl="0" eaLnBrk="1" latinLnBrk="0" hangingPunct="1">
              <a:defRPr sz="1191" kern="1200">
                <a:solidFill>
                  <a:schemeClr val="tx1"/>
                </a:solidFill>
                <a:latin typeface="Noto Sans SC"/>
                <a:ea typeface="Noto Sans SC"/>
                <a:cs typeface="Noto Sans SC"/>
              </a:defRPr>
            </a:pPr>
            <a:r>
              <a:rPr lang="en-US" altLang="zh-CN" sz="1588" b="1" kern="1200" dirty="0">
                <a:solidFill>
                  <a:schemeClr val="tx1"/>
                </a:solidFill>
                <a:latin typeface="Noto Sans SC"/>
                <a:ea typeface="Noto Sans SC"/>
                <a:cs typeface="Noto Sans SC"/>
              </a:rPr>
              <a:t> </a:t>
            </a:r>
            <a:endParaRPr lang="zh-CN" altLang="en-US" sz="1588" b="1" kern="1200" dirty="0">
              <a:solidFill>
                <a:schemeClr val="tx1"/>
              </a:solidFill>
              <a:latin typeface="Noto Sans SC"/>
              <a:ea typeface="Noto Sans SC"/>
              <a:cs typeface="Noto Sans SC"/>
            </a:endParaRPr>
          </a:p>
        </p:txBody>
      </p:sp>
      <p:sp>
        <p:nvSpPr>
          <p:cNvPr id="10000" name="frame-59">
            <a:extLst>
              <a:ext uri="{FF2B5EF4-FFF2-40B4-BE49-F238E27FC236}">
                <a16:creationId xmlns:a16="http://schemas.microsoft.com/office/drawing/2014/main" id="{34C68DCC-D853-4537-8F0B-375AEEE7E668}"/>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VS Code + PlantUML + Copilot</a:t>
            </a:r>
          </a:p>
        </p:txBody>
      </p:sp>
      <p:sp>
        <p:nvSpPr>
          <p:cNvPr id="10001" name="frame-60">
            <a:extLst>
              <a:ext uri="{FF2B5EF4-FFF2-40B4-BE49-F238E27FC236}">
                <a16:creationId xmlns:a16="http://schemas.microsoft.com/office/drawing/2014/main" id="{E1BC06C0-DB7D-4D14-A10E-A4A584F663AE}"/>
              </a:ext>
            </a:extLst>
          </p:cNvPr>
          <p:cNvSpPr>
            <a:spLocks noGrp="1"/>
          </p:cNvSpPr>
          <p:nvPr/>
        </p:nvSpPr>
        <p:spPr>
          <a:xfrm>
            <a:off x="476250" y="904875"/>
            <a:ext cx="8191500" cy="7620"/>
          </a:xfrm>
          <a:prstGeom prst="rect">
            <a:avLst/>
          </a:prstGeom>
          <a:solidFill>
            <a:srgbClr val="D9D4CA"/>
          </a:solidFill>
          <a:ln w="0">
            <a:noFill/>
          </a:ln>
        </p:spPr>
      </p:sp>
      <p:sp>
        <p:nvSpPr>
          <p:cNvPr id="10002" name="frame-61">
            <a:extLst>
              <a:ext uri="{FF2B5EF4-FFF2-40B4-BE49-F238E27FC236}">
                <a16:creationId xmlns:a16="http://schemas.microsoft.com/office/drawing/2014/main" id="{3E02722B-10B6-4038-B59D-68B22A7F673C}"/>
              </a:ext>
            </a:extLst>
          </p:cNvPr>
          <p:cNvSpPr>
            <a:spLocks noGrp="1"/>
          </p:cNvSpPr>
          <p:nvPr/>
        </p:nvSpPr>
        <p:spPr>
          <a:xfrm>
            <a:off x="476250" y="4762500"/>
            <a:ext cx="8191500" cy="7620"/>
          </a:xfrm>
          <a:prstGeom prst="rect">
            <a:avLst/>
          </a:prstGeom>
          <a:solidFill>
            <a:srgbClr val="D9D4CA"/>
          </a:solidFill>
          <a:ln w="0">
            <a:noFill/>
          </a:ln>
        </p:spPr>
      </p:sp>
      <p:sp>
        <p:nvSpPr>
          <p:cNvPr id="10003" name="frame-62">
            <a:extLst>
              <a:ext uri="{FF2B5EF4-FFF2-40B4-BE49-F238E27FC236}">
                <a16:creationId xmlns:a16="http://schemas.microsoft.com/office/drawing/2014/main" id="{02800082-E2B8-4EF7-A161-7A6171EC42BC}"/>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63">
            <a:extLst>
              <a:ext uri="{FF2B5EF4-FFF2-40B4-BE49-F238E27FC236}">
                <a16:creationId xmlns:a16="http://schemas.microsoft.com/office/drawing/2014/main" id="{3910E487-7A33-4D6D-A136-7D5B04EAFC07}"/>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13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185601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6A1D3775-B1F1-71D5-76D9-55328A0676D0}"/>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276350" y="1952625"/>
            <a:ext cx="6286500" cy="2647950"/>
          </a:xfrm>
        </p:spPr>
      </p:pic>
      <p:sp>
        <p:nvSpPr>
          <p:cNvPr id="9" name="文本框 8">
            <a:extLst>
              <a:ext uri="{FF2B5EF4-FFF2-40B4-BE49-F238E27FC236}">
                <a16:creationId xmlns:a16="http://schemas.microsoft.com/office/drawing/2014/main" id="{B7B379AC-8010-8A0E-50BC-94ADB383FC5E}"/>
              </a:ext>
            </a:extLst>
          </p:cNvPr>
          <p:cNvSpPr txBox="1"/>
          <p:nvPr/>
        </p:nvSpPr>
        <p:spPr>
          <a:xfrm>
            <a:off x="1035757" y="1076325"/>
            <a:ext cx="7129525" cy="840531"/>
          </a:xfrm>
          <a:prstGeom prst="rect">
            <a:avLst/>
          </a:prstGeom>
          <a:noFill/>
        </p:spPr>
        <p:txBody>
          <a:bodyPr wrap="square" lIns="61225" tIns="30612" rIns="61225" bIns="30612" rtlCol="0">
            <a:noAutofit/>
          </a:bodyPr>
          <a:lstStyle/>
          <a:p>
            <a:pPr marL="306124" indent="-306124" algn="l" defTabSz="612248" rtl="0" eaLnBrk="1" latinLnBrk="0" hangingPunct="1">
              <a:defRPr sz="1205" kern="1200">
                <a:solidFill>
                  <a:schemeClr val="tx1"/>
                </a:solidFill>
                <a:latin typeface="Noto Sans SC"/>
                <a:ea typeface="Noto Sans SC"/>
                <a:cs typeface="Noto Sans SC"/>
              </a:defRPr>
            </a:pPr>
            <a:r>
              <a:rPr lang="zh-CN" altLang="en-US" sz="1339" kern="1200" dirty="0">
                <a:solidFill>
                  <a:schemeClr val="tx1"/>
                </a:solidFill>
                <a:latin typeface="Noto Sans SC"/>
                <a:ea typeface="Noto Sans SC"/>
                <a:cs typeface="Noto Sans SC"/>
              </a:rPr>
              <a:t>掌握整体构成，就能读懂</a:t>
            </a:r>
            <a:r>
              <a:rPr lang="en-US" altLang="zh-CN" sz="1339" kern="1200" dirty="0">
                <a:solidFill>
                  <a:schemeClr val="tx1"/>
                </a:solidFill>
                <a:latin typeface="Noto Sans SC"/>
                <a:ea typeface="Noto Sans SC"/>
                <a:cs typeface="Noto Sans SC"/>
              </a:rPr>
              <a:t>UML</a:t>
            </a:r>
            <a:r>
              <a:rPr lang="zh-CN" altLang="en-US" sz="1339" kern="1200" dirty="0">
                <a:solidFill>
                  <a:schemeClr val="tx1"/>
                </a:solidFill>
                <a:latin typeface="Noto Sans SC"/>
                <a:ea typeface="Noto Sans SC"/>
                <a:cs typeface="Noto Sans SC"/>
              </a:rPr>
              <a:t>模型，建立一些基本模型，而后建立高级模型！</a:t>
            </a:r>
            <a:endParaRPr lang="en-US" altLang="zh-CN" sz="1339" kern="1200" dirty="0">
              <a:solidFill>
                <a:schemeClr val="tx1"/>
              </a:solidFill>
              <a:latin typeface="Noto Sans SC"/>
              <a:ea typeface="Noto Sans SC"/>
              <a:cs typeface="Noto Sans SC"/>
            </a:endParaRPr>
          </a:p>
          <a:p>
            <a:pPr marL="306124" indent="-306124" algn="l" defTabSz="612248" rtl="0" eaLnBrk="1" latinLnBrk="0" hangingPunct="1">
              <a:defRPr sz="1205" kern="1200">
                <a:solidFill>
                  <a:schemeClr val="tx1"/>
                </a:solidFill>
                <a:latin typeface="Noto Sans SC"/>
                <a:ea typeface="Noto Sans SC"/>
                <a:cs typeface="Noto Sans SC"/>
              </a:defRPr>
            </a:pPr>
            <a:r>
              <a:rPr lang="en-US" altLang="zh-CN" sz="1339" kern="1200" dirty="0">
                <a:solidFill>
                  <a:schemeClr val="tx1"/>
                </a:solidFill>
                <a:latin typeface="Noto Sans SC"/>
                <a:ea typeface="Noto Sans SC"/>
                <a:cs typeface="Noto Sans SC"/>
              </a:rPr>
              <a:t>UML</a:t>
            </a:r>
            <a:r>
              <a:rPr lang="zh-CN" altLang="en-US" sz="1339" kern="1200" dirty="0">
                <a:solidFill>
                  <a:schemeClr val="tx1"/>
                </a:solidFill>
                <a:latin typeface="Noto Sans SC"/>
                <a:ea typeface="Noto Sans SC"/>
                <a:cs typeface="Noto Sans SC"/>
              </a:rPr>
              <a:t>具有为不同抽象层次提供符合该层次抽象粒度的表示方法，所以一个概念 </a:t>
            </a:r>
            <a:r>
              <a:rPr lang="en-US" altLang="zh-CN" sz="1339" kern="1200" dirty="0">
                <a:solidFill>
                  <a:schemeClr val="tx1"/>
                </a:solidFill>
                <a:latin typeface="Noto Sans SC"/>
                <a:ea typeface="Noto Sans SC"/>
                <a:cs typeface="Noto Sans SC"/>
              </a:rPr>
              <a:t>(</a:t>
            </a:r>
            <a:r>
              <a:rPr lang="zh-CN" altLang="en-US" sz="1339" kern="1200" dirty="0">
                <a:solidFill>
                  <a:schemeClr val="tx1"/>
                </a:solidFill>
                <a:latin typeface="Noto Sans SC"/>
                <a:ea typeface="Noto Sans SC"/>
                <a:cs typeface="Noto Sans SC"/>
              </a:rPr>
              <a:t>比如类</a:t>
            </a:r>
            <a:r>
              <a:rPr lang="en-US" altLang="zh-CN" sz="1339" kern="1200" dirty="0">
                <a:solidFill>
                  <a:schemeClr val="tx1"/>
                </a:solidFill>
                <a:latin typeface="Noto Sans SC"/>
                <a:ea typeface="Noto Sans SC"/>
                <a:cs typeface="Noto Sans SC"/>
              </a:rPr>
              <a:t>, </a:t>
            </a:r>
            <a:r>
              <a:rPr lang="zh-CN" altLang="en-US" sz="1339" kern="1200" dirty="0">
                <a:solidFill>
                  <a:schemeClr val="tx1"/>
                </a:solidFill>
                <a:latin typeface="Noto Sans SC"/>
                <a:ea typeface="Noto Sans SC"/>
                <a:cs typeface="Noto Sans SC"/>
              </a:rPr>
              <a:t>用例</a:t>
            </a:r>
            <a:r>
              <a:rPr lang="en-US" altLang="zh-CN" sz="1339" kern="1200" dirty="0">
                <a:solidFill>
                  <a:schemeClr val="tx1"/>
                </a:solidFill>
                <a:latin typeface="Noto Sans SC"/>
                <a:ea typeface="Noto Sans SC"/>
                <a:cs typeface="Noto Sans SC"/>
              </a:rPr>
              <a:t>) </a:t>
            </a:r>
            <a:r>
              <a:rPr lang="zh-CN" altLang="en-US" sz="1339" kern="1200" dirty="0">
                <a:solidFill>
                  <a:schemeClr val="tx1"/>
                </a:solidFill>
                <a:latin typeface="Noto Sans SC"/>
                <a:ea typeface="Noto Sans SC"/>
                <a:cs typeface="Noto Sans SC"/>
              </a:rPr>
              <a:t>可能有不同抽象层次的表示方法！</a:t>
            </a:r>
          </a:p>
        </p:txBody>
      </p:sp>
      <p:sp>
        <p:nvSpPr>
          <p:cNvPr id="10000" name="frame-64">
            <a:extLst>
              <a:ext uri="{FF2B5EF4-FFF2-40B4-BE49-F238E27FC236}">
                <a16:creationId xmlns:a16="http://schemas.microsoft.com/office/drawing/2014/main" id="{E299B33A-34FA-4E79-A0D7-48D98E519A65}"/>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UML的概念模型</a:t>
            </a:r>
          </a:p>
        </p:txBody>
      </p:sp>
      <p:sp>
        <p:nvSpPr>
          <p:cNvPr id="10001" name="frame-65">
            <a:extLst>
              <a:ext uri="{FF2B5EF4-FFF2-40B4-BE49-F238E27FC236}">
                <a16:creationId xmlns:a16="http://schemas.microsoft.com/office/drawing/2014/main" id="{39E8E0EF-D1B5-48F1-B502-A110F71E2DB1}"/>
              </a:ext>
            </a:extLst>
          </p:cNvPr>
          <p:cNvSpPr>
            <a:spLocks noGrp="1"/>
          </p:cNvSpPr>
          <p:nvPr/>
        </p:nvSpPr>
        <p:spPr>
          <a:xfrm>
            <a:off x="476250" y="904875"/>
            <a:ext cx="8191500" cy="7620"/>
          </a:xfrm>
          <a:prstGeom prst="rect">
            <a:avLst/>
          </a:prstGeom>
          <a:solidFill>
            <a:srgbClr val="D9D4CA"/>
          </a:solidFill>
          <a:ln w="0">
            <a:noFill/>
          </a:ln>
        </p:spPr>
      </p:sp>
      <p:sp>
        <p:nvSpPr>
          <p:cNvPr id="10002" name="frame-66">
            <a:extLst>
              <a:ext uri="{FF2B5EF4-FFF2-40B4-BE49-F238E27FC236}">
                <a16:creationId xmlns:a16="http://schemas.microsoft.com/office/drawing/2014/main" id="{BCD2B897-5732-445F-BC91-7899C9A861B7}"/>
              </a:ext>
            </a:extLst>
          </p:cNvPr>
          <p:cNvSpPr>
            <a:spLocks noGrp="1"/>
          </p:cNvSpPr>
          <p:nvPr/>
        </p:nvSpPr>
        <p:spPr>
          <a:xfrm>
            <a:off x="476250" y="4762500"/>
            <a:ext cx="8191500" cy="7620"/>
          </a:xfrm>
          <a:prstGeom prst="rect">
            <a:avLst/>
          </a:prstGeom>
          <a:solidFill>
            <a:srgbClr val="D9D4CA"/>
          </a:solidFill>
          <a:ln w="0">
            <a:noFill/>
          </a:ln>
        </p:spPr>
      </p:sp>
      <p:sp>
        <p:nvSpPr>
          <p:cNvPr id="10003" name="frame-67">
            <a:extLst>
              <a:ext uri="{FF2B5EF4-FFF2-40B4-BE49-F238E27FC236}">
                <a16:creationId xmlns:a16="http://schemas.microsoft.com/office/drawing/2014/main" id="{2F9E2CB5-8F22-434A-AE1F-551BDA665EB4}"/>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68">
            <a:extLst>
              <a:ext uri="{FF2B5EF4-FFF2-40B4-BE49-F238E27FC236}">
                <a16:creationId xmlns:a16="http://schemas.microsoft.com/office/drawing/2014/main" id="{BCEDC5B3-CC21-416D-A23D-62BCC9879897}"/>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14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90583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12" name="图形 11">
            <a:extLst>
              <a:ext uri="{FF2B5EF4-FFF2-40B4-BE49-F238E27FC236}">
                <a16:creationId xmlns:a16="http://schemas.microsoft.com/office/drawing/2014/main" id="{D91A3953-8F25-42DC-4DE0-EA421E9B7D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33925" y="1076325"/>
            <a:ext cx="6276150" cy="3524250"/>
          </a:xfrm>
          <a:prstGeom prst="rect">
            <a:avLst/>
          </a:prstGeom>
        </p:spPr>
      </p:pic>
      <p:sp>
        <p:nvSpPr>
          <p:cNvPr id="10000" name="frame-69">
            <a:extLst>
              <a:ext uri="{FF2B5EF4-FFF2-40B4-BE49-F238E27FC236}">
                <a16:creationId xmlns:a16="http://schemas.microsoft.com/office/drawing/2014/main" id="{1BA8B93F-835D-4220-9509-B74057FD5710}"/>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事物</a:t>
            </a:r>
          </a:p>
        </p:txBody>
      </p:sp>
      <p:sp>
        <p:nvSpPr>
          <p:cNvPr id="10001" name="frame-70">
            <a:extLst>
              <a:ext uri="{FF2B5EF4-FFF2-40B4-BE49-F238E27FC236}">
                <a16:creationId xmlns:a16="http://schemas.microsoft.com/office/drawing/2014/main" id="{CDEFB829-1EA9-4970-AF22-59331548D16F}"/>
              </a:ext>
            </a:extLst>
          </p:cNvPr>
          <p:cNvSpPr>
            <a:spLocks noGrp="1"/>
          </p:cNvSpPr>
          <p:nvPr/>
        </p:nvSpPr>
        <p:spPr>
          <a:xfrm>
            <a:off x="476250" y="904875"/>
            <a:ext cx="8191500" cy="7620"/>
          </a:xfrm>
          <a:prstGeom prst="rect">
            <a:avLst/>
          </a:prstGeom>
          <a:solidFill>
            <a:srgbClr val="D9D4CA"/>
          </a:solidFill>
          <a:ln w="0">
            <a:noFill/>
          </a:ln>
        </p:spPr>
      </p:sp>
      <p:sp>
        <p:nvSpPr>
          <p:cNvPr id="10002" name="frame-71">
            <a:extLst>
              <a:ext uri="{FF2B5EF4-FFF2-40B4-BE49-F238E27FC236}">
                <a16:creationId xmlns:a16="http://schemas.microsoft.com/office/drawing/2014/main" id="{D775A8E3-97D0-4D12-AD66-D271967A6DCC}"/>
              </a:ext>
            </a:extLst>
          </p:cNvPr>
          <p:cNvSpPr>
            <a:spLocks noGrp="1"/>
          </p:cNvSpPr>
          <p:nvPr/>
        </p:nvSpPr>
        <p:spPr>
          <a:xfrm>
            <a:off x="476250" y="4762500"/>
            <a:ext cx="8191500" cy="7620"/>
          </a:xfrm>
          <a:prstGeom prst="rect">
            <a:avLst/>
          </a:prstGeom>
          <a:solidFill>
            <a:srgbClr val="D9D4CA"/>
          </a:solidFill>
          <a:ln w="0">
            <a:noFill/>
          </a:ln>
        </p:spPr>
      </p:sp>
      <p:sp>
        <p:nvSpPr>
          <p:cNvPr id="10003" name="frame-72">
            <a:extLst>
              <a:ext uri="{FF2B5EF4-FFF2-40B4-BE49-F238E27FC236}">
                <a16:creationId xmlns:a16="http://schemas.microsoft.com/office/drawing/2014/main" id="{91A50EDA-4CF4-4DD1-A688-2B8D4E277CAA}"/>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73">
            <a:extLst>
              <a:ext uri="{FF2B5EF4-FFF2-40B4-BE49-F238E27FC236}">
                <a16:creationId xmlns:a16="http://schemas.microsoft.com/office/drawing/2014/main" id="{2301C796-F233-4D04-85B8-E49D85D7D931}"/>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15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1632717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5DE7420C-3656-9C66-44AF-DC94A3913B9F}"/>
              </a:ext>
            </a:extLst>
          </p:cNvPr>
          <p:cNvPicPr>
            <a:picLocks noChangeAspect="1"/>
          </p:cNvPicPr>
          <p:nvPr/>
        </p:nvPicPr>
        <p:blipFill>
          <a:blip r:embed="rId2"/>
          <a:stretch>
            <a:fillRect/>
          </a:stretch>
        </p:blipFill>
        <p:spPr>
          <a:xfrm>
            <a:off x="476250" y="1990725"/>
            <a:ext cx="4611513" cy="2516078"/>
          </a:xfrm>
          <a:prstGeom prst="rect">
            <a:avLst/>
          </a:prstGeom>
          <a:ln>
            <a:solidFill>
              <a:schemeClr val="bg1">
                <a:lumMod val="50000"/>
              </a:schemeClr>
            </a:solidFill>
          </a:ln>
        </p:spPr>
      </p:pic>
      <p:sp>
        <p:nvSpPr>
          <p:cNvPr id="14" name="文本框 13">
            <a:extLst>
              <a:ext uri="{FF2B5EF4-FFF2-40B4-BE49-F238E27FC236}">
                <a16:creationId xmlns:a16="http://schemas.microsoft.com/office/drawing/2014/main" id="{66A43D4D-23B4-3B28-4E48-09C5F4D29F16}"/>
              </a:ext>
            </a:extLst>
          </p:cNvPr>
          <p:cNvSpPr txBox="1"/>
          <p:nvPr/>
        </p:nvSpPr>
        <p:spPr>
          <a:xfrm>
            <a:off x="476250" y="1114425"/>
            <a:ext cx="7937168" cy="523875"/>
          </a:xfrm>
          <a:prstGeom prst="rect">
            <a:avLst/>
          </a:prstGeom>
          <a:noFill/>
        </p:spPr>
        <p:txBody>
          <a:bodyPr wrap="square" lIns="0" tIns="0" rIns="0" bIns="0" rtlCol="0">
            <a:noAutofit/>
          </a:bodyPr>
          <a:lstStyle/>
          <a:p>
            <a:pPr marL="0" algn="l" defTabSz="640007" rtl="0" eaLnBrk="1" latinLnBrk="0" hangingPunct="1">
              <a:defRPr sz="1500" kern="1200">
                <a:solidFill>
                  <a:schemeClr val="tx1"/>
                </a:solidFill>
                <a:latin typeface="Noto Sans SC"/>
                <a:ea typeface="Noto Sans SC"/>
                <a:cs typeface="Noto Sans SC"/>
              </a:defRPr>
            </a:pPr>
            <a:r>
              <a:rPr lang="zh-CN" altLang="en-US" sz="1500" kern="1200" dirty="0">
                <a:solidFill>
                  <a:schemeClr val="tx1"/>
                </a:solidFill>
                <a:latin typeface="Noto Sans SC"/>
                <a:ea typeface="Noto Sans SC"/>
                <a:cs typeface="Noto Sans SC"/>
              </a:rPr>
              <a:t>对一组具有相同属性、相同操作(注意不是方法)、</a:t>
            </a:r>
            <a:br/>
            <a:r>
              <a:rPr lang="zh-CN" altLang="en-US" sz="1500" kern="1200" dirty="0">
                <a:solidFill>
                  <a:schemeClr val="tx1"/>
                </a:solidFill>
                <a:latin typeface="Noto Sans SC"/>
                <a:ea typeface="Noto Sans SC"/>
                <a:cs typeface="Noto Sans SC"/>
              </a:rPr>
              <a:t>相同关系和相同语义的对象的描述</a:t>
            </a:r>
          </a:p>
        </p:txBody>
      </p:sp>
      <p:pic>
        <p:nvPicPr>
          <p:cNvPr id="16" name="图片 15">
            <a:extLst>
              <a:ext uri="{FF2B5EF4-FFF2-40B4-BE49-F238E27FC236}">
                <a16:creationId xmlns:a16="http://schemas.microsoft.com/office/drawing/2014/main" id="{2DFD4180-B85C-DF28-0B85-BA2933287BD8}"/>
              </a:ext>
            </a:extLst>
          </p:cNvPr>
          <p:cNvPicPr>
            <a:picLocks noChangeAspect="1"/>
          </p:cNvPicPr>
          <p:nvPr/>
        </p:nvPicPr>
        <p:blipFill>
          <a:blip r:embed="rId3"/>
          <a:stretch>
            <a:fillRect/>
          </a:stretch>
        </p:blipFill>
        <p:spPr>
          <a:xfrm>
            <a:off x="5464832" y="1990725"/>
            <a:ext cx="3074801" cy="1659238"/>
          </a:xfrm>
          <a:prstGeom prst="rect">
            <a:avLst/>
          </a:prstGeom>
          <a:ln>
            <a:solidFill>
              <a:schemeClr val="bg1">
                <a:lumMod val="50000"/>
              </a:schemeClr>
            </a:solidFill>
          </a:ln>
        </p:spPr>
      </p:pic>
      <p:sp>
        <p:nvSpPr>
          <p:cNvPr id="17" name="文本框 16">
            <a:extLst>
              <a:ext uri="{FF2B5EF4-FFF2-40B4-BE49-F238E27FC236}">
                <a16:creationId xmlns:a16="http://schemas.microsoft.com/office/drawing/2014/main" id="{E5557D0A-9B13-32DF-F154-57371C516286}"/>
              </a:ext>
            </a:extLst>
          </p:cNvPr>
          <p:cNvSpPr txBox="1"/>
          <p:nvPr/>
        </p:nvSpPr>
        <p:spPr>
          <a:xfrm>
            <a:off x="6322156" y="1676400"/>
            <a:ext cx="1565379" cy="209550"/>
          </a:xfrm>
          <a:prstGeom prst="rect">
            <a:avLst/>
          </a:prstGeom>
          <a:noFill/>
        </p:spPr>
        <p:txBody>
          <a:bodyPr wrap="none" lIns="0" tIns="0" rIns="0" bIns="0" rtlCol="0">
            <a:noAutofit/>
          </a:bodyPr>
          <a:lstStyle/>
          <a:p>
            <a:pPr marL="0" algn="ctr" defTabSz="640007"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类的不同图形表示形式</a:t>
            </a:r>
          </a:p>
        </p:txBody>
      </p:sp>
      <p:sp>
        <p:nvSpPr>
          <p:cNvPr id="18" name="文本框 17">
            <a:extLst>
              <a:ext uri="{FF2B5EF4-FFF2-40B4-BE49-F238E27FC236}">
                <a16:creationId xmlns:a16="http://schemas.microsoft.com/office/drawing/2014/main" id="{ECEE1B4E-001E-6415-0A80-73C58848D0BD}"/>
              </a:ext>
            </a:extLst>
          </p:cNvPr>
          <p:cNvSpPr txBox="1"/>
          <p:nvPr/>
        </p:nvSpPr>
        <p:spPr>
          <a:xfrm>
            <a:off x="1959314" y="1676400"/>
            <a:ext cx="1565379" cy="209550"/>
          </a:xfrm>
          <a:prstGeom prst="rect">
            <a:avLst/>
          </a:prstGeom>
          <a:noFill/>
        </p:spPr>
        <p:txBody>
          <a:bodyPr wrap="none" lIns="0" tIns="0" rIns="0" bIns="0" rtlCol="0">
            <a:noAutofit/>
          </a:bodyPr>
          <a:lstStyle/>
          <a:p>
            <a:pPr marL="0" algn="ctr" defTabSz="640007"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类的基本图形表示形式</a:t>
            </a:r>
          </a:p>
        </p:txBody>
      </p:sp>
      <p:sp>
        <p:nvSpPr>
          <p:cNvPr id="10000" name="frame-74">
            <a:extLst>
              <a:ext uri="{FF2B5EF4-FFF2-40B4-BE49-F238E27FC236}">
                <a16:creationId xmlns:a16="http://schemas.microsoft.com/office/drawing/2014/main" id="{8EEAFB77-50A7-435F-9BD3-453CFAF706C8}"/>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结构事物</a:t>
            </a:r>
          </a:p>
        </p:txBody>
      </p:sp>
      <p:sp>
        <p:nvSpPr>
          <p:cNvPr id="10001" name="frame-75">
            <a:extLst>
              <a:ext uri="{FF2B5EF4-FFF2-40B4-BE49-F238E27FC236}">
                <a16:creationId xmlns:a16="http://schemas.microsoft.com/office/drawing/2014/main" id="{E6781976-8639-47BD-8227-F9A08F8AA108}"/>
              </a:ext>
            </a:extLst>
          </p:cNvPr>
          <p:cNvSpPr>
            <a:spLocks noGrp="1"/>
          </p:cNvSpPr>
          <p:nvPr/>
        </p:nvSpPr>
        <p:spPr>
          <a:xfrm>
            <a:off x="476250" y="904875"/>
            <a:ext cx="8191500" cy="7620"/>
          </a:xfrm>
          <a:prstGeom prst="rect">
            <a:avLst/>
          </a:prstGeom>
          <a:solidFill>
            <a:srgbClr val="D9D4CA"/>
          </a:solidFill>
          <a:ln w="0">
            <a:noFill/>
          </a:ln>
        </p:spPr>
      </p:sp>
      <p:sp>
        <p:nvSpPr>
          <p:cNvPr id="10002" name="frame-76">
            <a:extLst>
              <a:ext uri="{FF2B5EF4-FFF2-40B4-BE49-F238E27FC236}">
                <a16:creationId xmlns:a16="http://schemas.microsoft.com/office/drawing/2014/main" id="{761F4C2B-E2DD-4C20-918A-572A5DE7B819}"/>
              </a:ext>
            </a:extLst>
          </p:cNvPr>
          <p:cNvSpPr>
            <a:spLocks noGrp="1"/>
          </p:cNvSpPr>
          <p:nvPr/>
        </p:nvSpPr>
        <p:spPr>
          <a:xfrm>
            <a:off x="476250" y="4762500"/>
            <a:ext cx="8191500" cy="7620"/>
          </a:xfrm>
          <a:prstGeom prst="rect">
            <a:avLst/>
          </a:prstGeom>
          <a:solidFill>
            <a:srgbClr val="D9D4CA"/>
          </a:solidFill>
          <a:ln w="0">
            <a:noFill/>
          </a:ln>
        </p:spPr>
      </p:sp>
      <p:sp>
        <p:nvSpPr>
          <p:cNvPr id="10003" name="frame-77">
            <a:extLst>
              <a:ext uri="{FF2B5EF4-FFF2-40B4-BE49-F238E27FC236}">
                <a16:creationId xmlns:a16="http://schemas.microsoft.com/office/drawing/2014/main" id="{0DAE7E62-2E10-4F28-82FC-A337A83428E5}"/>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78">
            <a:extLst>
              <a:ext uri="{FF2B5EF4-FFF2-40B4-BE49-F238E27FC236}">
                <a16:creationId xmlns:a16="http://schemas.microsoft.com/office/drawing/2014/main" id="{05B1C927-3542-4C19-B1BE-A0DE68B0C7C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16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757236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a:extLst>
            <a:ext uri="{FF2B5EF4-FFF2-40B4-BE49-F238E27FC236}">
              <a16:creationId xmlns:a16="http://schemas.microsoft.com/office/drawing/2014/main" id="{9C29F6E1-C3DC-9D7F-9C67-14435A7424A6}"/>
            </a:ext>
          </a:extLst>
        </p:cNvPr>
        <p:cNvGrpSpPr/>
        <p:nvPr/>
      </p:nvGrpSpPr>
      <p:grpSpPr>
        <a:xfrm>
          <a:off x="0" y="0"/>
          <a:ext cx="0" cy="0"/>
          <a:chOff x="0" y="0"/>
          <a:chExt cx="0" cy="0"/>
        </a:xfrm>
      </p:grpSpPr>
      <p:pic>
        <p:nvPicPr>
          <p:cNvPr id="9" name="内容占位符 8">
            <a:extLst>
              <a:ext uri="{FF2B5EF4-FFF2-40B4-BE49-F238E27FC236}">
                <a16:creationId xmlns:a16="http://schemas.microsoft.com/office/drawing/2014/main" id="{9C428AD6-8813-0147-763A-5B87DAEF2F27}"/>
              </a:ext>
            </a:extLst>
          </p:cNvPr>
          <p:cNvPicPr>
            <a:picLocks noGrp="1" noChangeAspect="1"/>
          </p:cNvPicPr>
          <p:nvPr>
            <p:ph idx="1"/>
          </p:nvPr>
        </p:nvPicPr>
        <p:blipFill>
          <a:blip r:embed="rId2"/>
          <a:stretch>
            <a:fillRect/>
          </a:stretch>
        </p:blipFill>
        <p:spPr>
          <a:xfrm>
            <a:off x="771263" y="2955669"/>
            <a:ext cx="3876794" cy="1281638"/>
          </a:xfrm>
          <a:prstGeom prst="rect">
            <a:avLst/>
          </a:prstGeom>
          <a:ln>
            <a:solidFill>
              <a:schemeClr val="bg1">
                <a:lumMod val="50000"/>
              </a:schemeClr>
            </a:solidFill>
          </a:ln>
        </p:spPr>
      </p:pic>
      <p:sp>
        <p:nvSpPr>
          <p:cNvPr id="10" name="文本框 9">
            <a:extLst>
              <a:ext uri="{FF2B5EF4-FFF2-40B4-BE49-F238E27FC236}">
                <a16:creationId xmlns:a16="http://schemas.microsoft.com/office/drawing/2014/main" id="{1C03B33A-EC85-0422-1FFD-76219B3635EB}"/>
              </a:ext>
            </a:extLst>
          </p:cNvPr>
          <p:cNvSpPr txBox="1"/>
          <p:nvPr/>
        </p:nvSpPr>
        <p:spPr>
          <a:xfrm>
            <a:off x="476250" y="1076325"/>
            <a:ext cx="8191500" cy="1484832"/>
          </a:xfrm>
          <a:prstGeom prst="rect">
            <a:avLst/>
          </a:prstGeom>
          <a:noFill/>
        </p:spPr>
        <p:txBody>
          <a:bodyPr wrap="square" lIns="66052" tIns="33026" rIns="66052" bIns="33026" rtlCol="0">
            <a:noAutofit/>
          </a:bodyPr>
          <a:lstStyle/>
          <a:p>
            <a:pPr marL="247693" indent="-247693" algn="l" defTabSz="660515" rtl="0" eaLnBrk="1" latinLnBrk="0" hangingPunct="1">
              <a:defRPr sz="1300" kern="1200">
                <a:solidFill>
                  <a:schemeClr val="tx1"/>
                </a:solidFill>
                <a:latin typeface="Noto Sans SC"/>
                <a:ea typeface="Noto Sans SC"/>
                <a:cs typeface="Noto Sans SC"/>
              </a:defRPr>
            </a:pPr>
            <a:r>
              <a:rPr lang="zh-CN" altLang="en-US" sz="1445" kern="1200" dirty="0">
                <a:solidFill>
                  <a:schemeClr val="tx1"/>
                </a:solidFill>
                <a:latin typeface="Noto Sans SC"/>
                <a:ea typeface="Noto Sans SC"/>
                <a:cs typeface="Noto Sans SC"/>
              </a:rPr>
              <a:t>协作 </a:t>
            </a:r>
            <a:r>
              <a:rPr lang="en-US" altLang="zh-CN" sz="1445" kern="1200" dirty="0">
                <a:solidFill>
                  <a:schemeClr val="tx1"/>
                </a:solidFill>
                <a:latin typeface="Noto Sans SC"/>
                <a:ea typeface="Noto Sans SC"/>
                <a:cs typeface="Noto Sans SC"/>
              </a:rPr>
              <a:t>(Collaboration):</a:t>
            </a:r>
            <a:r>
              <a:rPr lang="zh-CN" altLang="en-US" sz="1445" kern="1200" dirty="0">
                <a:solidFill>
                  <a:schemeClr val="tx1"/>
                </a:solidFill>
                <a:latin typeface="Noto Sans SC"/>
                <a:ea typeface="Noto Sans SC"/>
                <a:cs typeface="Noto Sans SC"/>
              </a:rPr>
              <a:t> 定义一个</a:t>
            </a:r>
            <a:r>
              <a:rPr lang="zh-CN" altLang="en-US" sz="1445" b="1" kern="1200" dirty="0">
                <a:solidFill>
                  <a:schemeClr val="tx2">
                    <a:lumMod val="75000"/>
                    <a:lumOff val="25000"/>
                  </a:schemeClr>
                </a:solidFill>
                <a:latin typeface="Noto Sans SC"/>
                <a:ea typeface="Noto Sans SC"/>
                <a:cs typeface="Noto Sans SC"/>
              </a:rPr>
              <a:t>交互</a:t>
            </a:r>
            <a:r>
              <a:rPr lang="en-US" altLang="zh-CN" sz="1445" kern="1200" dirty="0">
                <a:solidFill>
                  <a:schemeClr val="tx1"/>
                </a:solidFill>
                <a:latin typeface="Noto Sans SC"/>
                <a:ea typeface="Noto Sans SC"/>
                <a:cs typeface="Noto Sans SC"/>
              </a:rPr>
              <a:t>(</a:t>
            </a:r>
            <a:r>
              <a:rPr lang="zh-CN" altLang="en-US" sz="1445" kern="1200" dirty="0">
                <a:solidFill>
                  <a:schemeClr val="tx1"/>
                </a:solidFill>
                <a:latin typeface="Noto Sans SC"/>
                <a:ea typeface="Noto Sans SC"/>
                <a:cs typeface="Noto Sans SC"/>
              </a:rPr>
              <a:t>行为事物中的交互</a:t>
            </a:r>
            <a:r>
              <a:rPr lang="en-US" altLang="zh-CN" sz="1445" kern="1200" dirty="0">
                <a:solidFill>
                  <a:schemeClr val="tx1"/>
                </a:solidFill>
                <a:latin typeface="Noto Sans SC"/>
                <a:ea typeface="Noto Sans SC"/>
                <a:cs typeface="Noto Sans SC"/>
              </a:rPr>
              <a:t>!!),</a:t>
            </a:r>
            <a:r>
              <a:rPr lang="zh-CN" altLang="en-US" sz="1445" kern="1200" dirty="0">
                <a:solidFill>
                  <a:schemeClr val="tx1"/>
                </a:solidFill>
                <a:latin typeface="Noto Sans SC"/>
                <a:ea typeface="Noto Sans SC"/>
                <a:cs typeface="Noto Sans SC"/>
              </a:rPr>
              <a:t> 由一组共同工作以提供某种协作行为的角色和其它元素构成的群体，具有结构、行为和维度（想想顺序图）</a:t>
            </a:r>
            <a:endParaRPr lang="en-US" altLang="zh-CN" sz="1445" b="1" kern="1200" dirty="0">
              <a:solidFill>
                <a:schemeClr val="tx2">
                  <a:lumMod val="75000"/>
                  <a:lumOff val="25000"/>
                </a:schemeClr>
              </a:solidFill>
              <a:latin typeface="Noto Sans SC"/>
              <a:ea typeface="Noto Sans SC"/>
              <a:cs typeface="Noto Sans SC"/>
            </a:endParaRPr>
          </a:p>
          <a:p>
            <a:pPr marL="247693" indent="-247693" algn="l" defTabSz="660515" rtl="0" eaLnBrk="1" latinLnBrk="0" hangingPunct="1">
              <a:defRPr sz="1300" kern="1200">
                <a:solidFill>
                  <a:schemeClr val="tx1"/>
                </a:solidFill>
                <a:latin typeface="Noto Sans SC"/>
                <a:ea typeface="Noto Sans SC"/>
                <a:cs typeface="Noto Sans SC"/>
              </a:defRPr>
            </a:pPr>
            <a:r>
              <a:rPr lang="zh-CN" altLang="en-US" sz="1445" kern="1200" dirty="0">
                <a:solidFill>
                  <a:schemeClr val="tx1"/>
                </a:solidFill>
                <a:latin typeface="Noto Sans SC"/>
                <a:ea typeface="Noto Sans SC"/>
                <a:cs typeface="Noto Sans SC"/>
              </a:rPr>
              <a:t>用例 </a:t>
            </a:r>
            <a:r>
              <a:rPr lang="en-US" altLang="zh-CN" sz="1445" kern="1200" dirty="0">
                <a:solidFill>
                  <a:schemeClr val="tx1"/>
                </a:solidFill>
                <a:latin typeface="Noto Sans SC"/>
                <a:ea typeface="Noto Sans SC"/>
                <a:cs typeface="Noto Sans SC"/>
              </a:rPr>
              <a:t>(Use case):</a:t>
            </a:r>
            <a:r>
              <a:rPr lang="zh-CN" altLang="en-US" sz="1445" kern="1200" dirty="0">
                <a:solidFill>
                  <a:schemeClr val="tx1"/>
                </a:solidFill>
                <a:latin typeface="Noto Sans SC"/>
                <a:ea typeface="Noto Sans SC"/>
                <a:cs typeface="Noto Sans SC"/>
              </a:rPr>
              <a:t> 代表了一组动作序列 </a:t>
            </a:r>
            <a:r>
              <a:rPr lang="en-US" altLang="zh-CN" sz="1445" kern="1200" dirty="0">
                <a:solidFill>
                  <a:schemeClr val="tx1"/>
                </a:solidFill>
                <a:latin typeface="Noto Sans SC"/>
                <a:ea typeface="Noto Sans SC"/>
                <a:cs typeface="Noto Sans SC"/>
              </a:rPr>
              <a:t>(</a:t>
            </a:r>
            <a:r>
              <a:rPr lang="zh-CN" altLang="en-US" sz="1445" kern="1200" dirty="0">
                <a:solidFill>
                  <a:schemeClr val="tx1"/>
                </a:solidFill>
                <a:latin typeface="Noto Sans SC"/>
                <a:ea typeface="Noto Sans SC"/>
                <a:cs typeface="Noto Sans SC"/>
              </a:rPr>
              <a:t>交互</a:t>
            </a:r>
            <a:r>
              <a:rPr lang="en-US" altLang="zh-CN" sz="1445" kern="1200" dirty="0">
                <a:solidFill>
                  <a:schemeClr val="tx1"/>
                </a:solidFill>
                <a:latin typeface="Noto Sans SC"/>
                <a:ea typeface="Noto Sans SC"/>
                <a:cs typeface="Noto Sans SC"/>
              </a:rPr>
              <a:t>) ,</a:t>
            </a:r>
            <a:r>
              <a:rPr lang="zh-CN" altLang="en-US" sz="1445" kern="1200" dirty="0">
                <a:solidFill>
                  <a:schemeClr val="tx1"/>
                </a:solidFill>
                <a:latin typeface="Noto Sans SC"/>
                <a:ea typeface="Noto Sans SC"/>
                <a:cs typeface="Noto Sans SC"/>
              </a:rPr>
              <a:t> 系统执行这些动作将</a:t>
            </a:r>
            <a:r>
              <a:rPr lang="zh-CN" altLang="en-US" sz="1445" b="1" kern="1200" dirty="0">
                <a:solidFill>
                  <a:schemeClr val="tx2">
                    <a:lumMod val="75000"/>
                    <a:lumOff val="25000"/>
                  </a:schemeClr>
                </a:solidFill>
                <a:latin typeface="Noto Sans SC"/>
                <a:ea typeface="Noto Sans SC"/>
                <a:cs typeface="Noto Sans SC"/>
              </a:rPr>
              <a:t>产生</a:t>
            </a:r>
            <a:r>
              <a:rPr lang="zh-CN" altLang="en-US" sz="1445" kern="1200" dirty="0">
                <a:solidFill>
                  <a:schemeClr val="tx1"/>
                </a:solidFill>
                <a:latin typeface="Noto Sans SC"/>
                <a:ea typeface="Noto Sans SC"/>
                <a:cs typeface="Noto Sans SC"/>
              </a:rPr>
              <a:t>对特定的</a:t>
            </a:r>
            <a:r>
              <a:rPr lang="zh-CN" altLang="en-US" sz="1445" b="1" kern="1200" dirty="0">
                <a:solidFill>
                  <a:schemeClr val="tx2">
                    <a:lumMod val="75000"/>
                    <a:lumOff val="25000"/>
                  </a:schemeClr>
                </a:solidFill>
                <a:latin typeface="Noto Sans SC"/>
                <a:ea typeface="Noto Sans SC"/>
                <a:cs typeface="Noto Sans SC"/>
              </a:rPr>
              <a:t>参与者</a:t>
            </a:r>
            <a:r>
              <a:rPr lang="zh-CN" altLang="en-US" sz="1445" kern="1200" dirty="0">
                <a:solidFill>
                  <a:schemeClr val="tx2">
                    <a:lumMod val="75000"/>
                    <a:lumOff val="25000"/>
                  </a:schemeClr>
                </a:solidFill>
                <a:latin typeface="Noto Sans SC"/>
                <a:ea typeface="Noto Sans SC"/>
                <a:cs typeface="Noto Sans SC"/>
              </a:rPr>
              <a:t>有价值</a:t>
            </a:r>
            <a:r>
              <a:rPr lang="zh-CN" altLang="en-US" sz="1445" kern="1200" dirty="0">
                <a:solidFill>
                  <a:schemeClr val="tx1"/>
                </a:solidFill>
                <a:latin typeface="Noto Sans SC"/>
                <a:ea typeface="Noto Sans SC"/>
                <a:cs typeface="Noto Sans SC"/>
              </a:rPr>
              <a:t>而且</a:t>
            </a:r>
            <a:r>
              <a:rPr lang="zh-CN" altLang="en-US" sz="1445" b="1" kern="1200" dirty="0">
                <a:solidFill>
                  <a:schemeClr val="tx2">
                    <a:lumMod val="75000"/>
                    <a:lumOff val="25000"/>
                  </a:schemeClr>
                </a:solidFill>
                <a:latin typeface="Noto Sans SC"/>
                <a:ea typeface="Noto Sans SC"/>
                <a:cs typeface="Noto Sans SC"/>
              </a:rPr>
              <a:t>可观测的结果</a:t>
            </a:r>
            <a:r>
              <a:rPr lang="zh-CN" altLang="en-US" sz="1445" kern="1200" dirty="0">
                <a:solidFill>
                  <a:schemeClr val="tx1"/>
                </a:solidFill>
                <a:latin typeface="Noto Sans SC"/>
                <a:ea typeface="Noto Sans SC"/>
                <a:cs typeface="Noto Sans SC"/>
              </a:rPr>
              <a:t>；</a:t>
            </a:r>
            <a:endParaRPr lang="en-US" altLang="zh-CN" sz="1445" kern="1200" dirty="0">
              <a:solidFill>
                <a:schemeClr val="tx1"/>
              </a:solidFill>
              <a:latin typeface="Noto Sans SC"/>
              <a:ea typeface="Noto Sans SC"/>
              <a:cs typeface="Noto Sans SC"/>
            </a:endParaRPr>
          </a:p>
          <a:p>
            <a:pPr marL="247693" indent="-247693" algn="l" defTabSz="660515" rtl="0" eaLnBrk="1" latinLnBrk="0" hangingPunct="1">
              <a:defRPr sz="1300" kern="1200">
                <a:solidFill>
                  <a:schemeClr val="tx1"/>
                </a:solidFill>
                <a:latin typeface="Noto Sans SC"/>
                <a:ea typeface="Noto Sans SC"/>
                <a:cs typeface="Noto Sans SC"/>
              </a:defRPr>
            </a:pPr>
            <a:r>
              <a:rPr lang="zh-CN" altLang="en-US" sz="1445" b="1" kern="1200" dirty="0">
                <a:solidFill>
                  <a:schemeClr val="tx1"/>
                </a:solidFill>
                <a:latin typeface="Noto Sans SC"/>
                <a:ea typeface="Noto Sans SC"/>
                <a:cs typeface="Noto Sans SC"/>
              </a:rPr>
              <a:t>用例通过协作实现</a:t>
            </a:r>
          </a:p>
        </p:txBody>
      </p:sp>
      <p:sp>
        <p:nvSpPr>
          <p:cNvPr id="11" name="文本框 10">
            <a:extLst>
              <a:ext uri="{FF2B5EF4-FFF2-40B4-BE49-F238E27FC236}">
                <a16:creationId xmlns:a16="http://schemas.microsoft.com/office/drawing/2014/main" id="{971D17E8-FA95-D1D9-0105-E6C621DC32CB}"/>
              </a:ext>
            </a:extLst>
          </p:cNvPr>
          <p:cNvSpPr txBox="1"/>
          <p:nvPr/>
        </p:nvSpPr>
        <p:spPr>
          <a:xfrm>
            <a:off x="809625" y="4295775"/>
            <a:ext cx="3810000" cy="247650"/>
          </a:xfrm>
          <a:prstGeom prst="rect">
            <a:avLst/>
          </a:prstGeom>
          <a:noFill/>
        </p:spPr>
        <p:txBody>
          <a:bodyPr wrap="none" lIns="0" tIns="0" rIns="0" bIns="0" rtlCol="0">
            <a:noAutofit/>
          </a:bodyPr>
          <a:lstStyle/>
          <a:p>
            <a:pPr marL="0" algn="ctr" defTabSz="660515"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协作和用例的基本图形表示形式</a:t>
            </a:r>
          </a:p>
        </p:txBody>
      </p:sp>
      <p:pic>
        <p:nvPicPr>
          <p:cNvPr id="13" name="图片 12" descr="图示&#10;&#10;AI 生成的内容可能不正确。">
            <a:extLst>
              <a:ext uri="{FF2B5EF4-FFF2-40B4-BE49-F238E27FC236}">
                <a16:creationId xmlns:a16="http://schemas.microsoft.com/office/drawing/2014/main" id="{8397F2C4-6AA5-4928-7E2F-A6DD0BE1E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6875" y="2571750"/>
            <a:ext cx="2724150" cy="1685925"/>
          </a:xfrm>
          <a:prstGeom prst="rect">
            <a:avLst/>
          </a:prstGeom>
        </p:spPr>
      </p:pic>
      <p:sp>
        <p:nvSpPr>
          <p:cNvPr id="14" name="文本框 13">
            <a:extLst>
              <a:ext uri="{FF2B5EF4-FFF2-40B4-BE49-F238E27FC236}">
                <a16:creationId xmlns:a16="http://schemas.microsoft.com/office/drawing/2014/main" id="{C7770962-8475-B355-3851-3CCB177FE1A0}"/>
              </a:ext>
            </a:extLst>
          </p:cNvPr>
          <p:cNvSpPr txBox="1"/>
          <p:nvPr/>
        </p:nvSpPr>
        <p:spPr>
          <a:xfrm>
            <a:off x="5286375" y="4295775"/>
            <a:ext cx="3333750" cy="247650"/>
          </a:xfrm>
          <a:prstGeom prst="rect">
            <a:avLst/>
          </a:prstGeom>
          <a:noFill/>
        </p:spPr>
        <p:txBody>
          <a:bodyPr wrap="none" lIns="0" tIns="0" rIns="0" bIns="0" rtlCol="0">
            <a:noAutofit/>
          </a:bodyPr>
          <a:lstStyle/>
          <a:p>
            <a:pPr marL="0" algn="ctr" defTabSz="660515"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用例通过协作实现示例：借阅系统用例实现 </a:t>
            </a:r>
            <a:r>
              <a:rPr lang="en-US" altLang="zh-CN" sz="1125" b="0" kern="1200" dirty="0">
                <a:solidFill>
                  <a:srgbClr val="666666"/>
                </a:solidFill>
                <a:latin typeface="Noto Sans SC"/>
                <a:ea typeface="Noto Sans SC"/>
                <a:cs typeface="Noto Sans SC"/>
              </a:rPr>
              <a:t>(</a:t>
            </a:r>
            <a:r>
              <a:rPr lang="zh-CN" altLang="en-US" sz="1125" b="0" kern="1200" dirty="0">
                <a:solidFill>
                  <a:srgbClr val="666666"/>
                </a:solidFill>
                <a:latin typeface="Noto Sans SC"/>
                <a:ea typeface="Noto Sans SC"/>
                <a:cs typeface="Noto Sans SC"/>
              </a:rPr>
              <a:t>方案）</a:t>
            </a:r>
          </a:p>
        </p:txBody>
      </p:sp>
      <p:sp>
        <p:nvSpPr>
          <p:cNvPr id="10000" name="frame-79">
            <a:extLst>
              <a:ext uri="{FF2B5EF4-FFF2-40B4-BE49-F238E27FC236}">
                <a16:creationId xmlns:a16="http://schemas.microsoft.com/office/drawing/2014/main" id="{4D348AAD-C33F-4D92-8FB0-FD48F6DD0534}"/>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结构事物</a:t>
            </a:r>
          </a:p>
        </p:txBody>
      </p:sp>
      <p:sp>
        <p:nvSpPr>
          <p:cNvPr id="10001" name="frame-80">
            <a:extLst>
              <a:ext uri="{FF2B5EF4-FFF2-40B4-BE49-F238E27FC236}">
                <a16:creationId xmlns:a16="http://schemas.microsoft.com/office/drawing/2014/main" id="{FBD83E5A-688C-4237-8B73-C9C116DEF80F}"/>
              </a:ext>
            </a:extLst>
          </p:cNvPr>
          <p:cNvSpPr>
            <a:spLocks noGrp="1"/>
          </p:cNvSpPr>
          <p:nvPr/>
        </p:nvSpPr>
        <p:spPr>
          <a:xfrm>
            <a:off x="476250" y="904875"/>
            <a:ext cx="8191500" cy="7620"/>
          </a:xfrm>
          <a:prstGeom prst="rect">
            <a:avLst/>
          </a:prstGeom>
          <a:solidFill>
            <a:srgbClr val="D9D4CA"/>
          </a:solidFill>
          <a:ln w="0">
            <a:noFill/>
          </a:ln>
        </p:spPr>
      </p:sp>
      <p:sp>
        <p:nvSpPr>
          <p:cNvPr id="10002" name="frame-81">
            <a:extLst>
              <a:ext uri="{FF2B5EF4-FFF2-40B4-BE49-F238E27FC236}">
                <a16:creationId xmlns:a16="http://schemas.microsoft.com/office/drawing/2014/main" id="{58A117D9-8060-42F5-999B-7D6E9910DB9A}"/>
              </a:ext>
            </a:extLst>
          </p:cNvPr>
          <p:cNvSpPr>
            <a:spLocks noGrp="1"/>
          </p:cNvSpPr>
          <p:nvPr/>
        </p:nvSpPr>
        <p:spPr>
          <a:xfrm>
            <a:off x="476250" y="4762500"/>
            <a:ext cx="8191500" cy="7620"/>
          </a:xfrm>
          <a:prstGeom prst="rect">
            <a:avLst/>
          </a:prstGeom>
          <a:solidFill>
            <a:srgbClr val="D9D4CA"/>
          </a:solidFill>
          <a:ln w="0">
            <a:noFill/>
          </a:ln>
        </p:spPr>
      </p:sp>
      <p:sp>
        <p:nvSpPr>
          <p:cNvPr id="10003" name="frame-82">
            <a:extLst>
              <a:ext uri="{FF2B5EF4-FFF2-40B4-BE49-F238E27FC236}">
                <a16:creationId xmlns:a16="http://schemas.microsoft.com/office/drawing/2014/main" id="{D0A82E63-4FFD-47CA-B27A-2E6E927A7C29}"/>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83">
            <a:extLst>
              <a:ext uri="{FF2B5EF4-FFF2-40B4-BE49-F238E27FC236}">
                <a16:creationId xmlns:a16="http://schemas.microsoft.com/office/drawing/2014/main" id="{CF273401-3FCA-41A1-94B2-6C4F49FD8FBC}"/>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17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50354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525ADF4D-08EE-04D0-E7ED-DC6A06E2BA2A}"/>
              </a:ext>
            </a:extLst>
          </p:cNvPr>
          <p:cNvPicPr>
            <a:picLocks noChangeAspect="1"/>
          </p:cNvPicPr>
          <p:nvPr/>
        </p:nvPicPr>
        <p:blipFill>
          <a:blip r:embed="rId2"/>
          <a:stretch>
            <a:fillRect/>
          </a:stretch>
        </p:blipFill>
        <p:spPr>
          <a:xfrm>
            <a:off x="1770993" y="2210163"/>
            <a:ext cx="5455530" cy="2062005"/>
          </a:xfrm>
          <a:prstGeom prst="rect">
            <a:avLst/>
          </a:prstGeom>
        </p:spPr>
      </p:pic>
      <p:sp>
        <p:nvSpPr>
          <p:cNvPr id="11" name="文本框 10">
            <a:extLst>
              <a:ext uri="{FF2B5EF4-FFF2-40B4-BE49-F238E27FC236}">
                <a16:creationId xmlns:a16="http://schemas.microsoft.com/office/drawing/2014/main" id="{CFCC9031-24BF-900C-A085-9D032A834753}"/>
              </a:ext>
            </a:extLst>
          </p:cNvPr>
          <p:cNvSpPr txBox="1"/>
          <p:nvPr/>
        </p:nvSpPr>
        <p:spPr>
          <a:xfrm>
            <a:off x="476250" y="1076325"/>
            <a:ext cx="8191500" cy="924825"/>
          </a:xfrm>
          <a:prstGeom prst="rect">
            <a:avLst/>
          </a:prstGeom>
          <a:noFill/>
        </p:spPr>
        <p:txBody>
          <a:bodyPr wrap="square" lIns="67097" tIns="33549" rIns="67097" bIns="33549" rtlCol="0">
            <a:noAutofit/>
          </a:bodyPr>
          <a:lstStyle/>
          <a:p>
            <a:pPr marL="251616" indent="-251616" algn="l" defTabSz="670975" rtl="0" eaLnBrk="1" latinLnBrk="0" hangingPunct="1">
              <a:defRPr sz="1321" kern="1200">
                <a:solidFill>
                  <a:schemeClr val="tx1"/>
                </a:solidFill>
                <a:latin typeface="Noto Sans SC"/>
                <a:ea typeface="Noto Sans SC"/>
                <a:cs typeface="Noto Sans SC"/>
              </a:defRPr>
            </a:pPr>
            <a:r>
              <a:rPr lang="zh-CN" altLang="en-US" sz="1468" kern="1200" dirty="0">
                <a:solidFill>
                  <a:schemeClr val="tx1"/>
                </a:solidFill>
                <a:latin typeface="Noto Sans SC"/>
                <a:ea typeface="Noto Sans SC"/>
                <a:cs typeface="Noto Sans SC"/>
              </a:rPr>
              <a:t>主动类 </a:t>
            </a:r>
            <a:r>
              <a:rPr lang="en-US" altLang="zh-CN" sz="1468" kern="1200" dirty="0">
                <a:solidFill>
                  <a:schemeClr val="tx1"/>
                </a:solidFill>
                <a:latin typeface="Noto Sans SC"/>
                <a:ea typeface="Noto Sans SC"/>
                <a:cs typeface="Noto Sans SC"/>
              </a:rPr>
              <a:t>(active class): </a:t>
            </a:r>
            <a:r>
              <a:rPr lang="zh-CN" altLang="en-US" sz="1468" kern="1200" dirty="0">
                <a:solidFill>
                  <a:schemeClr val="tx1"/>
                </a:solidFill>
                <a:latin typeface="Noto Sans SC"/>
                <a:ea typeface="Noto Sans SC"/>
                <a:cs typeface="Noto Sans SC"/>
              </a:rPr>
              <a:t>其对象至少有一个进程或线程</a:t>
            </a:r>
            <a:r>
              <a:rPr lang="en-US" altLang="zh-CN" sz="1468" kern="1200" dirty="0">
                <a:solidFill>
                  <a:schemeClr val="tx1"/>
                </a:solidFill>
                <a:latin typeface="Noto Sans SC"/>
                <a:ea typeface="Noto Sans SC"/>
                <a:cs typeface="Noto Sans SC"/>
              </a:rPr>
              <a:t> </a:t>
            </a:r>
          </a:p>
          <a:p>
            <a:pPr marL="251616" indent="-251616" algn="l" defTabSz="670975" rtl="0" eaLnBrk="1" latinLnBrk="0" hangingPunct="1">
              <a:defRPr sz="1321" kern="1200">
                <a:solidFill>
                  <a:schemeClr val="tx1"/>
                </a:solidFill>
                <a:latin typeface="Noto Sans SC"/>
                <a:ea typeface="Noto Sans SC"/>
                <a:cs typeface="Noto Sans SC"/>
              </a:defRPr>
            </a:pPr>
            <a:r>
              <a:rPr lang="zh-CN" altLang="en-US" sz="1468" kern="1200" dirty="0">
                <a:solidFill>
                  <a:schemeClr val="tx1"/>
                </a:solidFill>
                <a:latin typeface="Noto Sans SC"/>
                <a:ea typeface="Noto Sans SC"/>
                <a:cs typeface="Noto Sans SC"/>
              </a:rPr>
              <a:t>组件 </a:t>
            </a:r>
            <a:r>
              <a:rPr lang="en-US" altLang="zh-CN" sz="1468" kern="1200" dirty="0">
                <a:solidFill>
                  <a:schemeClr val="tx1"/>
                </a:solidFill>
                <a:latin typeface="Noto Sans SC"/>
                <a:ea typeface="Noto Sans SC"/>
                <a:cs typeface="Noto Sans SC"/>
              </a:rPr>
              <a:t>(component): </a:t>
            </a:r>
            <a:r>
              <a:rPr lang="zh-CN" altLang="en-US" sz="1468" kern="1200" dirty="0">
                <a:solidFill>
                  <a:schemeClr val="tx1"/>
                </a:solidFill>
                <a:latin typeface="Noto Sans SC"/>
                <a:ea typeface="Noto Sans SC"/>
                <a:cs typeface="Noto Sans SC"/>
              </a:rPr>
              <a:t>系统设计</a:t>
            </a:r>
            <a:r>
              <a:rPr lang="zh-CN" altLang="en-US" sz="1468" kern="1200">
                <a:solidFill>
                  <a:schemeClr val="tx1"/>
                </a:solidFill>
                <a:latin typeface="Noto Sans SC"/>
                <a:ea typeface="Noto Sans SC"/>
                <a:cs typeface="Noto Sans SC"/>
              </a:rPr>
              <a:t>的模块化</a:t>
            </a:r>
            <a:r>
              <a:rPr lang="zh-CN" altLang="en-US" sz="1468">
                <a:latin typeface="Noto Sans SC"/>
                <a:ea typeface="Noto Sans SC"/>
                <a:cs typeface="Noto Sans SC"/>
              </a:rPr>
              <a:t>部件</a:t>
            </a:r>
            <a:r>
              <a:rPr lang="zh-CN" altLang="en-US" sz="1468" kern="1200">
                <a:solidFill>
                  <a:schemeClr val="tx1"/>
                </a:solidFill>
                <a:latin typeface="Noto Sans SC"/>
                <a:ea typeface="Noto Sans SC"/>
                <a:cs typeface="Noto Sans SC"/>
              </a:rPr>
              <a:t>，</a:t>
            </a:r>
            <a:r>
              <a:rPr lang="zh-CN" altLang="en-US" sz="1468" kern="1200" dirty="0">
                <a:solidFill>
                  <a:schemeClr val="tx1"/>
                </a:solidFill>
                <a:latin typeface="Noto Sans SC"/>
                <a:ea typeface="Noto Sans SC"/>
                <a:cs typeface="Noto Sans SC"/>
              </a:rPr>
              <a:t>将实现隐藏在一组外部接口之后</a:t>
            </a:r>
            <a:endParaRPr lang="en-US" altLang="zh-CN" sz="1468" kern="1200" dirty="0">
              <a:solidFill>
                <a:schemeClr val="tx1"/>
              </a:solidFill>
              <a:latin typeface="Noto Sans SC"/>
              <a:ea typeface="Noto Sans SC"/>
              <a:cs typeface="Noto Sans SC"/>
            </a:endParaRPr>
          </a:p>
          <a:p>
            <a:pPr marL="251616" indent="-251616" algn="l" defTabSz="670975" rtl="0" eaLnBrk="1" latinLnBrk="0" hangingPunct="1">
              <a:defRPr sz="1321" kern="1200">
                <a:solidFill>
                  <a:schemeClr val="tx1"/>
                </a:solidFill>
                <a:latin typeface="Noto Sans SC"/>
                <a:ea typeface="Noto Sans SC"/>
                <a:cs typeface="Noto Sans SC"/>
              </a:defRPr>
            </a:pPr>
            <a:r>
              <a:rPr lang="zh-CN" altLang="en-US" sz="1468" kern="1200" dirty="0">
                <a:solidFill>
                  <a:schemeClr val="tx1"/>
                </a:solidFill>
                <a:latin typeface="Noto Sans SC"/>
                <a:ea typeface="Noto Sans SC"/>
                <a:cs typeface="Noto Sans SC"/>
              </a:rPr>
              <a:t>节点 </a:t>
            </a:r>
            <a:r>
              <a:rPr lang="en-US" altLang="zh-CN" sz="1468" kern="1200" dirty="0">
                <a:solidFill>
                  <a:schemeClr val="tx1"/>
                </a:solidFill>
                <a:latin typeface="Noto Sans SC"/>
                <a:ea typeface="Noto Sans SC"/>
                <a:cs typeface="Noto Sans SC"/>
              </a:rPr>
              <a:t>(node): </a:t>
            </a:r>
            <a:r>
              <a:rPr lang="zh-CN" altLang="en-US" sz="1468" kern="1200" dirty="0">
                <a:solidFill>
                  <a:schemeClr val="tx1"/>
                </a:solidFill>
                <a:latin typeface="Noto Sans SC"/>
                <a:ea typeface="Noto Sans SC"/>
                <a:cs typeface="Noto Sans SC"/>
              </a:rPr>
              <a:t>运行时存在的物理元素，表示一个计算机资源</a:t>
            </a:r>
          </a:p>
        </p:txBody>
      </p:sp>
      <p:sp>
        <p:nvSpPr>
          <p:cNvPr id="12" name="文本框 11">
            <a:extLst>
              <a:ext uri="{FF2B5EF4-FFF2-40B4-BE49-F238E27FC236}">
                <a16:creationId xmlns:a16="http://schemas.microsoft.com/office/drawing/2014/main" id="{6372D076-E9A8-2451-378E-89CE0672091A}"/>
              </a:ext>
            </a:extLst>
          </p:cNvPr>
          <p:cNvSpPr txBox="1"/>
          <p:nvPr/>
        </p:nvSpPr>
        <p:spPr>
          <a:xfrm>
            <a:off x="3145702" y="4374614"/>
            <a:ext cx="2506852" cy="225843"/>
          </a:xfrm>
          <a:prstGeom prst="rect">
            <a:avLst/>
          </a:prstGeom>
          <a:noFill/>
        </p:spPr>
        <p:txBody>
          <a:bodyPr wrap="none" lIns="0" tIns="0" rIns="0" bIns="0" rtlCol="0">
            <a:noAutofit/>
          </a:bodyPr>
          <a:lstStyle/>
          <a:p>
            <a:pPr marL="0" algn="ctr" defTabSz="670975"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主动类、构件和节点的基本图形表示形式</a:t>
            </a:r>
          </a:p>
        </p:txBody>
      </p:sp>
      <p:sp>
        <p:nvSpPr>
          <p:cNvPr id="10000" name="frame-84">
            <a:extLst>
              <a:ext uri="{FF2B5EF4-FFF2-40B4-BE49-F238E27FC236}">
                <a16:creationId xmlns:a16="http://schemas.microsoft.com/office/drawing/2014/main" id="{445CC819-7870-4A24-B7A6-B2A73B848E9E}"/>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结构事物</a:t>
            </a:r>
          </a:p>
        </p:txBody>
      </p:sp>
      <p:sp>
        <p:nvSpPr>
          <p:cNvPr id="10001" name="frame-85">
            <a:extLst>
              <a:ext uri="{FF2B5EF4-FFF2-40B4-BE49-F238E27FC236}">
                <a16:creationId xmlns:a16="http://schemas.microsoft.com/office/drawing/2014/main" id="{9CB819A9-6C39-45B6-AFD7-459182D8D127}"/>
              </a:ext>
            </a:extLst>
          </p:cNvPr>
          <p:cNvSpPr>
            <a:spLocks noGrp="1"/>
          </p:cNvSpPr>
          <p:nvPr/>
        </p:nvSpPr>
        <p:spPr>
          <a:xfrm>
            <a:off x="476250" y="904875"/>
            <a:ext cx="8191500" cy="7620"/>
          </a:xfrm>
          <a:prstGeom prst="rect">
            <a:avLst/>
          </a:prstGeom>
          <a:solidFill>
            <a:srgbClr val="D9D4CA"/>
          </a:solidFill>
          <a:ln w="0">
            <a:noFill/>
          </a:ln>
        </p:spPr>
      </p:sp>
      <p:sp>
        <p:nvSpPr>
          <p:cNvPr id="10002" name="frame-86">
            <a:extLst>
              <a:ext uri="{FF2B5EF4-FFF2-40B4-BE49-F238E27FC236}">
                <a16:creationId xmlns:a16="http://schemas.microsoft.com/office/drawing/2014/main" id="{BA5251B9-50EE-4EED-A31C-4E6EFFC32403}"/>
              </a:ext>
            </a:extLst>
          </p:cNvPr>
          <p:cNvSpPr>
            <a:spLocks noGrp="1"/>
          </p:cNvSpPr>
          <p:nvPr/>
        </p:nvSpPr>
        <p:spPr>
          <a:xfrm>
            <a:off x="476250" y="4762500"/>
            <a:ext cx="8191500" cy="7620"/>
          </a:xfrm>
          <a:prstGeom prst="rect">
            <a:avLst/>
          </a:prstGeom>
          <a:solidFill>
            <a:srgbClr val="D9D4CA"/>
          </a:solidFill>
          <a:ln w="0">
            <a:noFill/>
          </a:ln>
        </p:spPr>
      </p:sp>
      <p:sp>
        <p:nvSpPr>
          <p:cNvPr id="10003" name="frame-87">
            <a:extLst>
              <a:ext uri="{FF2B5EF4-FFF2-40B4-BE49-F238E27FC236}">
                <a16:creationId xmlns:a16="http://schemas.microsoft.com/office/drawing/2014/main" id="{A7447E0A-D7A1-4EA3-B067-2337B4E3E584}"/>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88">
            <a:extLst>
              <a:ext uri="{FF2B5EF4-FFF2-40B4-BE49-F238E27FC236}">
                <a16:creationId xmlns:a16="http://schemas.microsoft.com/office/drawing/2014/main" id="{03454620-3406-4042-BAB8-509F63BF19A0}"/>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18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270363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3EAD416E-85DB-90C5-885A-410CC97689E1}"/>
              </a:ext>
            </a:extLst>
          </p:cNvPr>
          <p:cNvSpPr txBox="1"/>
          <p:nvPr/>
        </p:nvSpPr>
        <p:spPr>
          <a:xfrm>
            <a:off x="619125" y="4366371"/>
            <a:ext cx="2562225" cy="225293"/>
          </a:xfrm>
          <a:prstGeom prst="rect">
            <a:avLst/>
          </a:prstGeom>
          <a:noFill/>
        </p:spPr>
        <p:txBody>
          <a:bodyPr wrap="none" lIns="0" tIns="0" rIns="0" bIns="0" rtlCol="0">
            <a:noAutofit/>
          </a:bodyPr>
          <a:lstStyle/>
          <a:p>
            <a:pPr marL="0" algn="ctr" defTabSz="669342"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顺序图的基本图形表示形式</a:t>
            </a:r>
          </a:p>
        </p:txBody>
      </p:sp>
      <p:sp>
        <p:nvSpPr>
          <p:cNvPr id="10" name="文本框 9">
            <a:extLst>
              <a:ext uri="{FF2B5EF4-FFF2-40B4-BE49-F238E27FC236}">
                <a16:creationId xmlns:a16="http://schemas.microsoft.com/office/drawing/2014/main" id="{16DFEC63-C8D8-BF33-0735-9E41A2C06BDE}"/>
              </a:ext>
            </a:extLst>
          </p:cNvPr>
          <p:cNvSpPr txBox="1"/>
          <p:nvPr/>
        </p:nvSpPr>
        <p:spPr>
          <a:xfrm>
            <a:off x="476250" y="1076325"/>
            <a:ext cx="8171562" cy="922574"/>
          </a:xfrm>
          <a:prstGeom prst="rect">
            <a:avLst/>
          </a:prstGeom>
          <a:noFill/>
        </p:spPr>
        <p:txBody>
          <a:bodyPr wrap="square" lIns="66934" tIns="33467" rIns="66934" bIns="33467" rtlCol="0">
            <a:noAutofit/>
          </a:bodyPr>
          <a:lstStyle/>
          <a:p>
            <a:pPr marL="251003" indent="-251003" algn="l" defTabSz="669342" rtl="0" eaLnBrk="1" latinLnBrk="0" hangingPunct="1">
              <a:defRPr sz="1318" kern="1200">
                <a:solidFill>
                  <a:schemeClr val="tx1"/>
                </a:solidFill>
                <a:latin typeface="Noto Sans SC"/>
                <a:ea typeface="Noto Sans SC"/>
                <a:cs typeface="Noto Sans SC"/>
              </a:defRPr>
            </a:pPr>
            <a:r>
              <a:rPr lang="zh-CN" altLang="en-US" sz="1464" kern="1200" dirty="0">
                <a:solidFill>
                  <a:schemeClr val="tx1"/>
                </a:solidFill>
                <a:latin typeface="Noto Sans SC"/>
                <a:ea typeface="Noto Sans SC"/>
                <a:cs typeface="Noto Sans SC"/>
              </a:rPr>
              <a:t>交互 </a:t>
            </a:r>
            <a:r>
              <a:rPr lang="en-US" altLang="zh-CN" sz="1464" kern="1200" dirty="0">
                <a:solidFill>
                  <a:schemeClr val="tx1"/>
                </a:solidFill>
                <a:latin typeface="Noto Sans SC"/>
                <a:ea typeface="Noto Sans SC"/>
                <a:cs typeface="Noto Sans SC"/>
              </a:rPr>
              <a:t>(interaction): </a:t>
            </a:r>
            <a:r>
              <a:rPr lang="zh-CN" altLang="en-US" sz="1464" kern="1200" dirty="0">
                <a:solidFill>
                  <a:schemeClr val="tx1"/>
                </a:solidFill>
                <a:latin typeface="Noto Sans SC"/>
                <a:ea typeface="Noto Sans SC"/>
                <a:cs typeface="Noto Sans SC"/>
              </a:rPr>
              <a:t>其对象至少有一个进程或线程</a:t>
            </a:r>
            <a:r>
              <a:rPr lang="en-US" altLang="zh-CN" sz="1464" kern="1200" dirty="0">
                <a:solidFill>
                  <a:schemeClr val="tx1"/>
                </a:solidFill>
                <a:latin typeface="Noto Sans SC"/>
                <a:ea typeface="Noto Sans SC"/>
                <a:cs typeface="Noto Sans SC"/>
              </a:rPr>
              <a:t> </a:t>
            </a:r>
          </a:p>
          <a:p>
            <a:pPr marL="251003" indent="-251003" algn="l" defTabSz="669342" rtl="0" eaLnBrk="1" latinLnBrk="0" hangingPunct="1">
              <a:defRPr sz="1318" kern="1200">
                <a:solidFill>
                  <a:schemeClr val="tx1"/>
                </a:solidFill>
                <a:latin typeface="Noto Sans SC"/>
                <a:ea typeface="Noto Sans SC"/>
                <a:cs typeface="Noto Sans SC"/>
              </a:defRPr>
            </a:pPr>
            <a:r>
              <a:rPr lang="zh-CN" altLang="en-US" sz="1464" kern="1200" dirty="0">
                <a:solidFill>
                  <a:schemeClr val="tx1"/>
                </a:solidFill>
                <a:latin typeface="Noto Sans SC"/>
                <a:ea typeface="Noto Sans SC"/>
                <a:cs typeface="Noto Sans SC"/>
              </a:rPr>
              <a:t>状态机 </a:t>
            </a:r>
            <a:r>
              <a:rPr lang="en-US" altLang="zh-CN" sz="1464" kern="1200" dirty="0">
                <a:solidFill>
                  <a:schemeClr val="tx1"/>
                </a:solidFill>
                <a:latin typeface="Noto Sans SC"/>
                <a:ea typeface="Noto Sans SC"/>
                <a:cs typeface="Noto Sans SC"/>
              </a:rPr>
              <a:t>(state machine): </a:t>
            </a:r>
            <a:r>
              <a:rPr lang="zh-CN" altLang="en-US" sz="1464" kern="1200" dirty="0">
                <a:solidFill>
                  <a:schemeClr val="tx1"/>
                </a:solidFill>
                <a:latin typeface="Noto Sans SC"/>
                <a:ea typeface="Noto Sans SC"/>
                <a:cs typeface="Noto Sans SC"/>
              </a:rPr>
              <a:t>一个对象</a:t>
            </a:r>
            <a:endParaRPr lang="en-US" altLang="zh-CN" sz="1464" kern="1200" dirty="0">
              <a:solidFill>
                <a:schemeClr val="tx1"/>
              </a:solidFill>
              <a:latin typeface="Noto Sans SC"/>
              <a:ea typeface="Noto Sans SC"/>
              <a:cs typeface="Noto Sans SC"/>
            </a:endParaRPr>
          </a:p>
          <a:p>
            <a:pPr marL="251003" indent="-251003" algn="l" defTabSz="669342" rtl="0" eaLnBrk="1" latinLnBrk="0" hangingPunct="1">
              <a:defRPr sz="1318" kern="1200">
                <a:solidFill>
                  <a:schemeClr val="tx1"/>
                </a:solidFill>
                <a:latin typeface="Noto Sans SC"/>
                <a:ea typeface="Noto Sans SC"/>
                <a:cs typeface="Noto Sans SC"/>
              </a:defRPr>
            </a:pPr>
            <a:r>
              <a:rPr lang="zh-CN" altLang="en-US" sz="1464" kern="1200" dirty="0">
                <a:solidFill>
                  <a:schemeClr val="tx1"/>
                </a:solidFill>
                <a:latin typeface="Noto Sans SC"/>
                <a:ea typeface="Noto Sans SC"/>
                <a:cs typeface="Noto Sans SC"/>
              </a:rPr>
              <a:t>活动 </a:t>
            </a:r>
            <a:r>
              <a:rPr lang="en-US" altLang="zh-CN" sz="1464" kern="1200" dirty="0">
                <a:solidFill>
                  <a:schemeClr val="tx1"/>
                </a:solidFill>
                <a:latin typeface="Noto Sans SC"/>
                <a:ea typeface="Noto Sans SC"/>
                <a:cs typeface="Noto Sans SC"/>
              </a:rPr>
              <a:t>(activity): </a:t>
            </a:r>
            <a:r>
              <a:rPr lang="zh-CN" altLang="en-US" sz="1464" kern="1200" dirty="0">
                <a:solidFill>
                  <a:schemeClr val="tx1"/>
                </a:solidFill>
                <a:latin typeface="Noto Sans SC"/>
                <a:ea typeface="Noto Sans SC"/>
                <a:cs typeface="Noto Sans SC"/>
              </a:rPr>
              <a:t>描述计算过程执行的步骤序列，活动的一个步骤叫一个动作</a:t>
            </a:r>
          </a:p>
        </p:txBody>
      </p:sp>
      <p:pic>
        <p:nvPicPr>
          <p:cNvPr id="12" name="图片 11">
            <a:extLst>
              <a:ext uri="{FF2B5EF4-FFF2-40B4-BE49-F238E27FC236}">
                <a16:creationId xmlns:a16="http://schemas.microsoft.com/office/drawing/2014/main" id="{7112C6A4-E359-D6B8-4BB3-332CB0FCA072}"/>
              </a:ext>
            </a:extLst>
          </p:cNvPr>
          <p:cNvPicPr>
            <a:picLocks noChangeAspect="1"/>
          </p:cNvPicPr>
          <p:nvPr/>
        </p:nvPicPr>
        <p:blipFill>
          <a:blip r:embed="rId2"/>
          <a:stretch>
            <a:fillRect/>
          </a:stretch>
        </p:blipFill>
        <p:spPr>
          <a:xfrm>
            <a:off x="3295381" y="3030881"/>
            <a:ext cx="2848650" cy="1274141"/>
          </a:xfrm>
          <a:prstGeom prst="rect">
            <a:avLst/>
          </a:prstGeom>
          <a:ln>
            <a:solidFill>
              <a:schemeClr val="bg1">
                <a:lumMod val="50000"/>
              </a:schemeClr>
            </a:solidFill>
          </a:ln>
        </p:spPr>
      </p:pic>
      <p:sp>
        <p:nvSpPr>
          <p:cNvPr id="13" name="文本框 12">
            <a:extLst>
              <a:ext uri="{FF2B5EF4-FFF2-40B4-BE49-F238E27FC236}">
                <a16:creationId xmlns:a16="http://schemas.microsoft.com/office/drawing/2014/main" id="{E5AB96F8-1E86-F5AF-62E3-4EA1F55C56D8}"/>
              </a:ext>
            </a:extLst>
          </p:cNvPr>
          <p:cNvSpPr txBox="1"/>
          <p:nvPr/>
        </p:nvSpPr>
        <p:spPr>
          <a:xfrm>
            <a:off x="3295650" y="4366370"/>
            <a:ext cx="2847975" cy="225293"/>
          </a:xfrm>
          <a:prstGeom prst="rect">
            <a:avLst/>
          </a:prstGeom>
          <a:noFill/>
        </p:spPr>
        <p:txBody>
          <a:bodyPr wrap="none" lIns="0" tIns="0" rIns="0" bIns="0" rtlCol="0">
            <a:noAutofit/>
          </a:bodyPr>
          <a:lstStyle/>
          <a:p>
            <a:pPr marL="0" algn="ctr" defTabSz="669342"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状态机的基本图形表示形式</a:t>
            </a:r>
          </a:p>
        </p:txBody>
      </p:sp>
      <p:pic>
        <p:nvPicPr>
          <p:cNvPr id="15" name="图片 14">
            <a:extLst>
              <a:ext uri="{FF2B5EF4-FFF2-40B4-BE49-F238E27FC236}">
                <a16:creationId xmlns:a16="http://schemas.microsoft.com/office/drawing/2014/main" id="{A26CD910-CC22-1465-987D-D160E9C42CED}"/>
              </a:ext>
            </a:extLst>
          </p:cNvPr>
          <p:cNvPicPr>
            <a:picLocks noChangeAspect="1"/>
          </p:cNvPicPr>
          <p:nvPr/>
        </p:nvPicPr>
        <p:blipFill>
          <a:blip r:embed="rId3"/>
          <a:stretch>
            <a:fillRect/>
          </a:stretch>
        </p:blipFill>
        <p:spPr>
          <a:xfrm>
            <a:off x="623531" y="2146949"/>
            <a:ext cx="2553932" cy="2151259"/>
          </a:xfrm>
          <a:prstGeom prst="rect">
            <a:avLst/>
          </a:prstGeom>
          <a:ln>
            <a:solidFill>
              <a:schemeClr val="bg1">
                <a:lumMod val="50000"/>
              </a:schemeClr>
            </a:solidFill>
          </a:ln>
        </p:spPr>
      </p:pic>
      <p:pic>
        <p:nvPicPr>
          <p:cNvPr id="17" name="图片 16">
            <a:extLst>
              <a:ext uri="{FF2B5EF4-FFF2-40B4-BE49-F238E27FC236}">
                <a16:creationId xmlns:a16="http://schemas.microsoft.com/office/drawing/2014/main" id="{BDCBE58A-092C-2B16-0BD1-FDCD6454C973}"/>
              </a:ext>
            </a:extLst>
          </p:cNvPr>
          <p:cNvPicPr>
            <a:picLocks noChangeAspect="1"/>
          </p:cNvPicPr>
          <p:nvPr/>
        </p:nvPicPr>
        <p:blipFill>
          <a:blip r:embed="rId4"/>
          <a:stretch>
            <a:fillRect/>
          </a:stretch>
        </p:blipFill>
        <p:spPr>
          <a:xfrm>
            <a:off x="6372225" y="2105025"/>
            <a:ext cx="2181225" cy="2190750"/>
          </a:xfrm>
          <a:prstGeom prst="rect">
            <a:avLst/>
          </a:prstGeom>
          <a:ln>
            <a:solidFill>
              <a:schemeClr val="bg1">
                <a:lumMod val="50000"/>
              </a:schemeClr>
            </a:solidFill>
          </a:ln>
        </p:spPr>
      </p:pic>
      <p:sp>
        <p:nvSpPr>
          <p:cNvPr id="18" name="文本框 17">
            <a:extLst>
              <a:ext uri="{FF2B5EF4-FFF2-40B4-BE49-F238E27FC236}">
                <a16:creationId xmlns:a16="http://schemas.microsoft.com/office/drawing/2014/main" id="{5FEBB9A2-126A-BC50-757D-461213223679}"/>
              </a:ext>
            </a:extLst>
          </p:cNvPr>
          <p:cNvSpPr txBox="1"/>
          <p:nvPr/>
        </p:nvSpPr>
        <p:spPr>
          <a:xfrm>
            <a:off x="6353175" y="4362962"/>
            <a:ext cx="2238375" cy="225293"/>
          </a:xfrm>
          <a:prstGeom prst="rect">
            <a:avLst/>
          </a:prstGeom>
          <a:noFill/>
        </p:spPr>
        <p:txBody>
          <a:bodyPr wrap="none" lIns="0" tIns="0" rIns="0" bIns="0" rtlCol="0">
            <a:noAutofit/>
          </a:bodyPr>
          <a:lstStyle/>
          <a:p>
            <a:pPr marL="0" algn="ctr" defTabSz="669342"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活动图的基本图形表示形式</a:t>
            </a:r>
          </a:p>
        </p:txBody>
      </p:sp>
      <p:sp>
        <p:nvSpPr>
          <p:cNvPr id="10000" name="frame-89">
            <a:extLst>
              <a:ext uri="{FF2B5EF4-FFF2-40B4-BE49-F238E27FC236}">
                <a16:creationId xmlns:a16="http://schemas.microsoft.com/office/drawing/2014/main" id="{6672DEA7-479F-44B2-B0BA-1D0A3108603F}"/>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行为事物</a:t>
            </a:r>
          </a:p>
        </p:txBody>
      </p:sp>
      <p:sp>
        <p:nvSpPr>
          <p:cNvPr id="10001" name="frame-90">
            <a:extLst>
              <a:ext uri="{FF2B5EF4-FFF2-40B4-BE49-F238E27FC236}">
                <a16:creationId xmlns:a16="http://schemas.microsoft.com/office/drawing/2014/main" id="{F3C04144-023D-409A-BC8F-9D5B1A720F16}"/>
              </a:ext>
            </a:extLst>
          </p:cNvPr>
          <p:cNvSpPr>
            <a:spLocks noGrp="1"/>
          </p:cNvSpPr>
          <p:nvPr/>
        </p:nvSpPr>
        <p:spPr>
          <a:xfrm>
            <a:off x="476250" y="904875"/>
            <a:ext cx="8191500" cy="7620"/>
          </a:xfrm>
          <a:prstGeom prst="rect">
            <a:avLst/>
          </a:prstGeom>
          <a:solidFill>
            <a:srgbClr val="D9D4CA"/>
          </a:solidFill>
          <a:ln w="0">
            <a:noFill/>
          </a:ln>
        </p:spPr>
      </p:sp>
      <p:sp>
        <p:nvSpPr>
          <p:cNvPr id="10002" name="frame-91">
            <a:extLst>
              <a:ext uri="{FF2B5EF4-FFF2-40B4-BE49-F238E27FC236}">
                <a16:creationId xmlns:a16="http://schemas.microsoft.com/office/drawing/2014/main" id="{CC77F51F-E1D3-42C1-81B0-B20D31A15A01}"/>
              </a:ext>
            </a:extLst>
          </p:cNvPr>
          <p:cNvSpPr>
            <a:spLocks noGrp="1"/>
          </p:cNvSpPr>
          <p:nvPr/>
        </p:nvSpPr>
        <p:spPr>
          <a:xfrm>
            <a:off x="476250" y="4762500"/>
            <a:ext cx="8191500" cy="7620"/>
          </a:xfrm>
          <a:prstGeom prst="rect">
            <a:avLst/>
          </a:prstGeom>
          <a:solidFill>
            <a:srgbClr val="D9D4CA"/>
          </a:solidFill>
          <a:ln w="0">
            <a:noFill/>
          </a:ln>
        </p:spPr>
      </p:sp>
      <p:sp>
        <p:nvSpPr>
          <p:cNvPr id="10003" name="frame-92">
            <a:extLst>
              <a:ext uri="{FF2B5EF4-FFF2-40B4-BE49-F238E27FC236}">
                <a16:creationId xmlns:a16="http://schemas.microsoft.com/office/drawing/2014/main" id="{13AF1435-CEDC-410E-AD78-8DD578FA851F}"/>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93">
            <a:extLst>
              <a:ext uri="{FF2B5EF4-FFF2-40B4-BE49-F238E27FC236}">
                <a16:creationId xmlns:a16="http://schemas.microsoft.com/office/drawing/2014/main" id="{0AD5765B-C369-4005-A294-76253D708DE6}"/>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19 / 38</a:t>
            </a:r>
          </a:p>
        </p:txBody>
      </p:sp>
      <p:pic>
        <p:nvPicPr>
          <p:cNvPr id="10005" name="Picture 10004"/>
          <p:cNvPicPr>
            <a:picLocks noChangeAspect="1"/>
          </p:cNvPicPr>
          <p:nvPr/>
        </p:nvPicPr>
        <p:blipFill>
          <a:blip r:embed="rId5"/>
          <a:stretch/>
        </p:blipFill>
        <p:spPr>
          <a:xfrm>
            <a:off x="7496175" y="347601"/>
            <a:ext cx="1171575" cy="219198"/>
          </a:xfrm>
          <a:prstGeom prst="rect">
            <a:avLst/>
          </a:prstGeom>
        </p:spPr>
      </p:pic>
    </p:spTree>
    <p:extLst>
      <p:ext uri="{BB962C8B-B14F-4D97-AF65-F5344CB8AC3E}">
        <p14:creationId xmlns:p14="http://schemas.microsoft.com/office/powerpoint/2010/main" val="2561910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A0B9F68-1359-4771-3E57-8BDF6A8A2848}"/>
              </a:ext>
            </a:extLst>
          </p:cNvPr>
          <p:cNvSpPr>
            <a:spLocks noGrp="1"/>
          </p:cNvSpPr>
          <p:nvPr/>
        </p:nvSpPr>
        <p:spPr>
          <a:xfrm>
            <a:off x="899088" y="1076325"/>
            <a:ext cx="7345824" cy="1190926"/>
          </a:xfrm>
        </p:spPr>
        <p:txBody>
          <a:bodyPr lIns="67819" tIns="33910" rIns="67819" bIns="33910">
            <a:noAutofit/>
          </a:bodyPr>
          <a:lstStyle/>
          <a:p>
            <a:pPr marL="169548" indent="-169548" algn="l" defTabSz="678193" rtl="0" eaLnBrk="1" latinLnBrk="0" hangingPunct="1">
              <a:buFont typeface="Noto Sans SC" panose="020B0604020202020204" pitchFamily="34" charset="0"/>
              <a:buChar char="•"/>
              <a:defRPr sz="2077" kern="1200">
                <a:solidFill>
                  <a:schemeClr val="tx1"/>
                </a:solidFill>
                <a:latin typeface="Noto Sans SC"/>
                <a:ea typeface="Noto Sans SC"/>
                <a:cs typeface="Noto Sans SC"/>
              </a:defRPr>
            </a:pPr>
            <a:r>
              <a:rPr lang="zh-CN" altLang="en-US" sz="1780" b="1" kern="1200" dirty="0">
                <a:solidFill>
                  <a:schemeClr val="tx2">
                    <a:lumMod val="75000"/>
                    <a:lumOff val="25000"/>
                  </a:schemeClr>
                </a:solidFill>
                <a:latin typeface="Noto Sans SC"/>
                <a:ea typeface="Noto Sans SC"/>
                <a:cs typeface="Noto Sans SC"/>
              </a:rPr>
              <a:t>依赖 </a:t>
            </a:r>
            <a:r>
              <a:rPr lang="en-US" altLang="zh-CN" sz="1780" kern="1200" dirty="0">
                <a:solidFill>
                  <a:schemeClr val="tx1"/>
                </a:solidFill>
                <a:latin typeface="Noto Sans SC"/>
                <a:ea typeface="Noto Sans SC"/>
                <a:cs typeface="Noto Sans SC"/>
              </a:rPr>
              <a:t>(Dependence)</a:t>
            </a:r>
            <a:r>
              <a:rPr lang="zh-CN" altLang="en-US" sz="1780" kern="1200" dirty="0">
                <a:solidFill>
                  <a:schemeClr val="tx1"/>
                </a:solidFill>
                <a:latin typeface="Noto Sans SC"/>
                <a:ea typeface="Noto Sans SC"/>
                <a:cs typeface="Noto Sans SC"/>
              </a:rPr>
              <a:t>表达两个</a:t>
            </a:r>
            <a:r>
              <a:rPr lang="zh-CN" altLang="en-US" sz="1780" b="1" kern="1200" dirty="0">
                <a:solidFill>
                  <a:schemeClr val="tx2">
                    <a:lumMod val="75000"/>
                    <a:lumOff val="25000"/>
                  </a:schemeClr>
                </a:solidFill>
                <a:latin typeface="Noto Sans SC"/>
                <a:ea typeface="Noto Sans SC"/>
                <a:cs typeface="Noto Sans SC"/>
              </a:rPr>
              <a:t>模型</a:t>
            </a:r>
            <a:r>
              <a:rPr lang="zh-CN" altLang="en-US" sz="1780" kern="1200" dirty="0">
                <a:solidFill>
                  <a:schemeClr val="tx1"/>
                </a:solidFill>
                <a:latin typeface="Noto Sans SC"/>
                <a:ea typeface="Noto Sans SC"/>
                <a:cs typeface="Noto Sans SC"/>
              </a:rPr>
              <a:t>元素之间一个元素</a:t>
            </a:r>
            <a:r>
              <a:rPr lang="en-US" altLang="zh-CN" sz="1780" kern="1200" dirty="0">
                <a:solidFill>
                  <a:schemeClr val="tx1"/>
                </a:solidFill>
                <a:latin typeface="Noto Sans SC"/>
                <a:ea typeface="Noto Sans SC"/>
                <a:cs typeface="Noto Sans SC"/>
              </a:rPr>
              <a:t>(</a:t>
            </a:r>
            <a:r>
              <a:rPr lang="zh-CN" altLang="en-US" sz="1780" kern="1200" dirty="0">
                <a:solidFill>
                  <a:schemeClr val="tx1"/>
                </a:solidFill>
                <a:latin typeface="Noto Sans SC"/>
                <a:ea typeface="Noto Sans SC"/>
                <a:cs typeface="Noto Sans SC"/>
              </a:rPr>
              <a:t>独立元素</a:t>
            </a:r>
            <a:r>
              <a:rPr lang="en-US" altLang="zh-CN" sz="1780" kern="1200" dirty="0">
                <a:solidFill>
                  <a:schemeClr val="tx1"/>
                </a:solidFill>
                <a:latin typeface="Noto Sans SC"/>
                <a:ea typeface="Noto Sans SC"/>
                <a:cs typeface="Noto Sans SC"/>
              </a:rPr>
              <a:t>)</a:t>
            </a:r>
            <a:r>
              <a:rPr lang="zh-CN" altLang="en-US" sz="1780" kern="1200" dirty="0">
                <a:solidFill>
                  <a:schemeClr val="tx1"/>
                </a:solidFill>
                <a:latin typeface="Noto Sans SC"/>
                <a:ea typeface="Noto Sans SC"/>
                <a:cs typeface="Noto Sans SC"/>
              </a:rPr>
              <a:t>发生变化会影响另一个元素</a:t>
            </a:r>
            <a:r>
              <a:rPr lang="en-US" altLang="zh-CN" sz="1780" kern="1200" dirty="0">
                <a:solidFill>
                  <a:schemeClr val="tx1"/>
                </a:solidFill>
                <a:latin typeface="Noto Sans SC"/>
                <a:ea typeface="Noto Sans SC"/>
                <a:cs typeface="Noto Sans SC"/>
              </a:rPr>
              <a:t>(</a:t>
            </a:r>
            <a:r>
              <a:rPr lang="zh-CN" altLang="en-US" sz="1780" kern="1200" dirty="0">
                <a:solidFill>
                  <a:schemeClr val="tx1"/>
                </a:solidFill>
                <a:latin typeface="Noto Sans SC"/>
                <a:ea typeface="Noto Sans SC"/>
                <a:cs typeface="Noto Sans SC"/>
              </a:rPr>
              <a:t>依赖元素</a:t>
            </a:r>
            <a:r>
              <a:rPr lang="en-US" altLang="zh-CN" sz="1780" kern="1200" dirty="0">
                <a:solidFill>
                  <a:schemeClr val="tx1"/>
                </a:solidFill>
                <a:latin typeface="Noto Sans SC"/>
                <a:ea typeface="Noto Sans SC"/>
                <a:cs typeface="Noto Sans SC"/>
              </a:rPr>
              <a:t>)</a:t>
            </a:r>
          </a:p>
          <a:p>
            <a:pPr marL="169548" indent="-169548" algn="l" defTabSz="678193" rtl="0" eaLnBrk="1" latinLnBrk="0" hangingPunct="1">
              <a:buFont typeface="Noto Sans SC" panose="020B0604020202020204" pitchFamily="34" charset="0"/>
              <a:buChar char="•"/>
              <a:defRPr sz="2077" kern="1200">
                <a:solidFill>
                  <a:schemeClr val="tx1"/>
                </a:solidFill>
                <a:latin typeface="Noto Sans SC"/>
                <a:ea typeface="Noto Sans SC"/>
                <a:cs typeface="Noto Sans SC"/>
              </a:defRPr>
            </a:pPr>
            <a:r>
              <a:rPr lang="zh-CN" altLang="en-US" sz="1780" kern="1200" dirty="0">
                <a:solidFill>
                  <a:schemeClr val="tx1"/>
                </a:solidFill>
                <a:latin typeface="Noto Sans SC"/>
                <a:ea typeface="Noto Sans SC"/>
                <a:cs typeface="Noto Sans SC"/>
              </a:rPr>
              <a:t>表达“</a:t>
            </a:r>
            <a:r>
              <a:rPr lang="en-US" altLang="zh-CN" sz="1780" kern="1200" dirty="0">
                <a:solidFill>
                  <a:schemeClr val="tx1"/>
                </a:solidFill>
                <a:latin typeface="Noto Sans SC"/>
                <a:ea typeface="Noto Sans SC"/>
                <a:cs typeface="Noto Sans SC"/>
              </a:rPr>
              <a:t>(</a:t>
            </a:r>
            <a:r>
              <a:rPr lang="zh-CN" altLang="en-US" sz="1780" kern="1200" dirty="0">
                <a:solidFill>
                  <a:schemeClr val="tx1"/>
                </a:solidFill>
                <a:latin typeface="Noto Sans SC"/>
                <a:ea typeface="Noto Sans SC"/>
                <a:cs typeface="Noto Sans SC"/>
              </a:rPr>
              <a:t>临时</a:t>
            </a:r>
            <a:r>
              <a:rPr lang="en-US" altLang="zh-CN" sz="1780" kern="1200" dirty="0">
                <a:solidFill>
                  <a:schemeClr val="tx1"/>
                </a:solidFill>
                <a:latin typeface="Noto Sans SC"/>
                <a:ea typeface="Noto Sans SC"/>
                <a:cs typeface="Noto Sans SC"/>
              </a:rPr>
              <a:t>)</a:t>
            </a:r>
            <a:r>
              <a:rPr lang="zh-CN" altLang="en-US" sz="1780" kern="1200" dirty="0">
                <a:solidFill>
                  <a:schemeClr val="tx1"/>
                </a:solidFill>
                <a:latin typeface="Noto Sans SC"/>
                <a:ea typeface="Noto Sans SC"/>
                <a:cs typeface="Noto Sans SC"/>
              </a:rPr>
              <a:t>使用”</a:t>
            </a:r>
          </a:p>
        </p:txBody>
      </p:sp>
      <p:pic>
        <p:nvPicPr>
          <p:cNvPr id="8" name="图片 7">
            <a:extLst>
              <a:ext uri="{FF2B5EF4-FFF2-40B4-BE49-F238E27FC236}">
                <a16:creationId xmlns:a16="http://schemas.microsoft.com/office/drawing/2014/main" id="{08A70A83-2952-0730-35FD-78C2AE6496DE}"/>
              </a:ext>
            </a:extLst>
          </p:cNvPr>
          <p:cNvPicPr>
            <a:picLocks noChangeAspect="1"/>
          </p:cNvPicPr>
          <p:nvPr/>
        </p:nvPicPr>
        <p:blipFill>
          <a:blip r:embed="rId3"/>
          <a:stretch>
            <a:fillRect/>
          </a:stretch>
        </p:blipFill>
        <p:spPr>
          <a:xfrm>
            <a:off x="1323230" y="2473680"/>
            <a:ext cx="2489064" cy="825104"/>
          </a:xfrm>
          <a:prstGeom prst="rect">
            <a:avLst/>
          </a:prstGeom>
        </p:spPr>
      </p:pic>
      <p:sp>
        <p:nvSpPr>
          <p:cNvPr id="14" name="箭头: 右 13">
            <a:extLst>
              <a:ext uri="{FF2B5EF4-FFF2-40B4-BE49-F238E27FC236}">
                <a16:creationId xmlns:a16="http://schemas.microsoft.com/office/drawing/2014/main" id="{3621AD1E-180A-F276-C118-AF7B5DA56737}"/>
              </a:ext>
            </a:extLst>
          </p:cNvPr>
          <p:cNvSpPr/>
          <p:nvPr/>
        </p:nvSpPr>
        <p:spPr>
          <a:xfrm>
            <a:off x="4320534" y="2993729"/>
            <a:ext cx="565571" cy="305055"/>
          </a:xfrm>
          <a:prstGeom prst="rightArrow">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67819" tIns="33910" rIns="67819" bIns="33910" rtlCol="0" anchor="ctr">
            <a:noAutofit/>
          </a:bodyPr>
          <a:lstStyle/>
          <a:p>
            <a:pPr marL="0" algn="ctr" defTabSz="678193" rtl="0" eaLnBrk="1" latinLnBrk="0" hangingPunct="1">
              <a:defRPr sz="1335" kern="1200">
                <a:solidFill>
                  <a:schemeClr val="tx1"/>
                </a:solidFill>
                <a:latin typeface="Noto Sans SC"/>
                <a:ea typeface="Noto Sans SC"/>
                <a:cs typeface="Noto Sans SC"/>
              </a:defRPr>
            </a:pPr>
            <a:endParaRPr lang="zh-CN" altLang="en-US" sz="1335" kern="1200">
              <a:solidFill>
                <a:schemeClr val="tx1"/>
              </a:solidFill>
              <a:latin typeface="Noto Sans SC"/>
              <a:ea typeface="Noto Sans SC"/>
              <a:cs typeface="Noto Sans SC"/>
            </a:endParaRPr>
          </a:p>
        </p:txBody>
      </p:sp>
      <p:sp>
        <p:nvSpPr>
          <p:cNvPr id="15" name="文本框 14">
            <a:extLst>
              <a:ext uri="{FF2B5EF4-FFF2-40B4-BE49-F238E27FC236}">
                <a16:creationId xmlns:a16="http://schemas.microsoft.com/office/drawing/2014/main" id="{5460613E-DA6B-7205-0EAA-3AF0AA347CC4}"/>
              </a:ext>
            </a:extLst>
          </p:cNvPr>
          <p:cNvSpPr txBox="1"/>
          <p:nvPr/>
        </p:nvSpPr>
        <p:spPr>
          <a:xfrm>
            <a:off x="4061969" y="3505212"/>
            <a:ext cx="987040" cy="479372"/>
          </a:xfrm>
          <a:prstGeom prst="rect">
            <a:avLst/>
          </a:prstGeom>
          <a:noFill/>
        </p:spPr>
        <p:txBody>
          <a:bodyPr wrap="square" lIns="67819" tIns="33910" rIns="67819" bIns="33910" rtlCol="0">
            <a:noAutofit/>
          </a:bodyPr>
          <a:lstStyle/>
          <a:p>
            <a:pPr marL="0" algn="ctr" defTabSz="678193" rtl="0" eaLnBrk="1" latinLnBrk="0" hangingPunct="1">
              <a:defRPr sz="1335" kern="1200">
                <a:solidFill>
                  <a:schemeClr val="tx1"/>
                </a:solidFill>
                <a:latin typeface="Noto Sans SC"/>
                <a:ea typeface="Noto Sans SC"/>
                <a:cs typeface="Noto Sans SC"/>
              </a:defRPr>
            </a:pPr>
            <a:r>
              <a:rPr lang="zh-CN" altLang="en-US" sz="1335" kern="1200" dirty="0">
                <a:solidFill>
                  <a:schemeClr val="tx1"/>
                </a:solidFill>
                <a:latin typeface="Noto Sans SC"/>
                <a:ea typeface="Noto Sans SC"/>
                <a:cs typeface="Noto Sans SC"/>
              </a:rPr>
              <a:t>在用例中的两个版型</a:t>
            </a:r>
          </a:p>
        </p:txBody>
      </p:sp>
      <p:cxnSp>
        <p:nvCxnSpPr>
          <p:cNvPr id="17" name="直接箭头连接符 16">
            <a:extLst>
              <a:ext uri="{FF2B5EF4-FFF2-40B4-BE49-F238E27FC236}">
                <a16:creationId xmlns:a16="http://schemas.microsoft.com/office/drawing/2014/main" id="{8FC9DF22-7E1F-86E8-9A6F-8603ADD0EB68}"/>
              </a:ext>
            </a:extLst>
          </p:cNvPr>
          <p:cNvCxnSpPr>
            <a:cxnSpLocks/>
          </p:cNvCxnSpPr>
          <p:nvPr/>
        </p:nvCxnSpPr>
        <p:spPr>
          <a:xfrm>
            <a:off x="5566429" y="3015919"/>
            <a:ext cx="2008647" cy="0"/>
          </a:xfrm>
          <a:prstGeom prst="straightConnector1">
            <a:avLst/>
          </a:prstGeom>
          <a:ln>
            <a:solidFill>
              <a:schemeClr val="tx1">
                <a:lumMod val="75000"/>
                <a:lumOff val="25000"/>
              </a:schemeClr>
            </a:solidFill>
            <a:prstDash val="dash"/>
            <a:tailEnd type="arrow" w="lg" len="lg"/>
          </a:ln>
        </p:spPr>
        <p:style>
          <a:lnRef idx="2">
            <a:schemeClr val="accent1"/>
          </a:lnRef>
          <a:fillRef idx="0">
            <a:schemeClr val="accent1"/>
          </a:fillRef>
          <a:effectRef idx="1">
            <a:schemeClr val="accent1"/>
          </a:effectRef>
          <a:fontRef idx="minor">
            <a:schemeClr val="tx1"/>
          </a:fontRef>
        </p:style>
      </p:cxnSp>
      <p:sp>
        <p:nvSpPr>
          <p:cNvPr id="19" name="文本框 18">
            <a:extLst>
              <a:ext uri="{FF2B5EF4-FFF2-40B4-BE49-F238E27FC236}">
                <a16:creationId xmlns:a16="http://schemas.microsoft.com/office/drawing/2014/main" id="{6F41208A-0085-0101-C38E-C87DD3CFF17D}"/>
              </a:ext>
            </a:extLst>
          </p:cNvPr>
          <p:cNvSpPr txBox="1"/>
          <p:nvPr/>
        </p:nvSpPr>
        <p:spPr>
          <a:xfrm>
            <a:off x="5981700" y="2795796"/>
            <a:ext cx="1333500" cy="273927"/>
          </a:xfrm>
          <a:prstGeom prst="rect">
            <a:avLst/>
          </a:prstGeom>
          <a:noFill/>
        </p:spPr>
        <p:txBody>
          <a:bodyPr wrap="square" lIns="67819" tIns="33910" rIns="67819" bIns="33910" rtlCol="0">
            <a:noAutofit/>
          </a:bodyPr>
          <a:lstStyle/>
          <a:p>
            <a:pPr marL="0" algn="l" defTabSz="678193" rtl="0" eaLnBrk="1" latinLnBrk="0" hangingPunct="1">
              <a:defRPr sz="1335" kern="1200">
                <a:solidFill>
                  <a:schemeClr val="tx1"/>
                </a:solidFill>
                <a:latin typeface="Noto Sans SC"/>
                <a:ea typeface="Noto Sans SC"/>
                <a:cs typeface="Noto Sans SC"/>
              </a:defRPr>
            </a:pPr>
            <a:r>
              <a:rPr lang="en-US" altLang="zh-CN" sz="1335" kern="1200" dirty="0">
                <a:solidFill>
                  <a:schemeClr val="tx1">
                    <a:lumMod val="65000"/>
                    <a:lumOff val="35000"/>
                  </a:schemeClr>
                </a:solidFill>
                <a:latin typeface="Noto Sans SC"/>
                <a:ea typeface="Noto Sans SC"/>
                <a:cs typeface="Noto Sans SC"/>
              </a:rPr>
              <a:t>&lt;&lt;extend&gt;&gt;</a:t>
            </a:r>
            <a:endParaRPr lang="zh-CN" altLang="en-US" sz="1335" kern="1200" dirty="0">
              <a:solidFill>
                <a:schemeClr val="tx1">
                  <a:lumMod val="65000"/>
                  <a:lumOff val="35000"/>
                </a:schemeClr>
              </a:solidFill>
              <a:latin typeface="Noto Sans SC"/>
              <a:ea typeface="Noto Sans SC"/>
              <a:cs typeface="Noto Sans SC"/>
            </a:endParaRPr>
          </a:p>
        </p:txBody>
      </p:sp>
      <p:cxnSp>
        <p:nvCxnSpPr>
          <p:cNvPr id="20" name="直接箭头连接符 19">
            <a:extLst>
              <a:ext uri="{FF2B5EF4-FFF2-40B4-BE49-F238E27FC236}">
                <a16:creationId xmlns:a16="http://schemas.microsoft.com/office/drawing/2014/main" id="{88862342-4D63-851E-B1DE-206748607DC8}"/>
              </a:ext>
            </a:extLst>
          </p:cNvPr>
          <p:cNvCxnSpPr>
            <a:cxnSpLocks/>
          </p:cNvCxnSpPr>
          <p:nvPr/>
        </p:nvCxnSpPr>
        <p:spPr>
          <a:xfrm>
            <a:off x="5473185" y="3764588"/>
            <a:ext cx="2101891" cy="0"/>
          </a:xfrm>
          <a:prstGeom prst="straightConnector1">
            <a:avLst/>
          </a:prstGeom>
          <a:ln>
            <a:solidFill>
              <a:schemeClr val="tx1">
                <a:lumMod val="75000"/>
                <a:lumOff val="25000"/>
              </a:schemeClr>
            </a:solidFill>
            <a:prstDash val="dash"/>
            <a:tailEnd type="arrow" w="lg" len="lg"/>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2FA77B36-888B-D5C8-0C86-618A87AF4CFC}"/>
              </a:ext>
            </a:extLst>
          </p:cNvPr>
          <p:cNvSpPr txBox="1"/>
          <p:nvPr/>
        </p:nvSpPr>
        <p:spPr>
          <a:xfrm>
            <a:off x="5981700" y="3544465"/>
            <a:ext cx="1333500" cy="273927"/>
          </a:xfrm>
          <a:prstGeom prst="rect">
            <a:avLst/>
          </a:prstGeom>
          <a:noFill/>
        </p:spPr>
        <p:txBody>
          <a:bodyPr wrap="none" lIns="67819" tIns="33910" rIns="67819" bIns="33910" rtlCol="0">
            <a:noAutofit/>
          </a:bodyPr>
          <a:lstStyle/>
          <a:p>
            <a:pPr marL="0" algn="l" defTabSz="678193" rtl="0" eaLnBrk="1" latinLnBrk="0" hangingPunct="1">
              <a:defRPr sz="1335" kern="1200">
                <a:solidFill>
                  <a:schemeClr val="tx1"/>
                </a:solidFill>
                <a:latin typeface="Noto Sans SC"/>
                <a:ea typeface="Noto Sans SC"/>
                <a:cs typeface="Noto Sans SC"/>
              </a:defRPr>
            </a:pPr>
            <a:r>
              <a:rPr lang="en-US" altLang="zh-CN" sz="1335" kern="1200" dirty="0">
                <a:solidFill>
                  <a:schemeClr val="tx1">
                    <a:lumMod val="65000"/>
                    <a:lumOff val="35000"/>
                  </a:schemeClr>
                </a:solidFill>
                <a:latin typeface="Noto Sans SC"/>
                <a:ea typeface="Noto Sans SC"/>
                <a:cs typeface="Noto Sans SC"/>
              </a:rPr>
              <a:t>&lt;&lt;include&gt;&gt;</a:t>
            </a:r>
            <a:endParaRPr lang="zh-CN" altLang="en-US" sz="1335" kern="1200" dirty="0">
              <a:solidFill>
                <a:schemeClr val="tx1">
                  <a:lumMod val="65000"/>
                  <a:lumOff val="35000"/>
                </a:schemeClr>
              </a:solidFill>
              <a:latin typeface="Noto Sans SC"/>
              <a:ea typeface="Noto Sans SC"/>
              <a:cs typeface="Noto Sans SC"/>
            </a:endParaRPr>
          </a:p>
        </p:txBody>
      </p:sp>
      <p:pic>
        <p:nvPicPr>
          <p:cNvPr id="24" name="图片 23">
            <a:extLst>
              <a:ext uri="{FF2B5EF4-FFF2-40B4-BE49-F238E27FC236}">
                <a16:creationId xmlns:a16="http://schemas.microsoft.com/office/drawing/2014/main" id="{6CC3A546-4174-F70E-FADB-261E3E2C31CD}"/>
              </a:ext>
            </a:extLst>
          </p:cNvPr>
          <p:cNvPicPr>
            <a:picLocks noChangeAspect="1"/>
          </p:cNvPicPr>
          <p:nvPr/>
        </p:nvPicPr>
        <p:blipFill>
          <a:blip r:embed="rId4"/>
          <a:stretch>
            <a:fillRect/>
          </a:stretch>
        </p:blipFill>
        <p:spPr>
          <a:xfrm>
            <a:off x="1215337" y="3512911"/>
            <a:ext cx="2704849" cy="1087664"/>
          </a:xfrm>
          <a:prstGeom prst="rect">
            <a:avLst/>
          </a:prstGeom>
        </p:spPr>
      </p:pic>
      <p:sp>
        <p:nvSpPr>
          <p:cNvPr id="10000" name="frame-94">
            <a:extLst>
              <a:ext uri="{FF2B5EF4-FFF2-40B4-BE49-F238E27FC236}">
                <a16:creationId xmlns:a16="http://schemas.microsoft.com/office/drawing/2014/main" id="{ED725A7F-AE9C-4705-800B-F9B97D193EA9}"/>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关系</a:t>
            </a:r>
          </a:p>
        </p:txBody>
      </p:sp>
      <p:sp>
        <p:nvSpPr>
          <p:cNvPr id="10001" name="frame-95">
            <a:extLst>
              <a:ext uri="{FF2B5EF4-FFF2-40B4-BE49-F238E27FC236}">
                <a16:creationId xmlns:a16="http://schemas.microsoft.com/office/drawing/2014/main" id="{25C308BA-C193-47E2-9FAC-01F77FB3F6F8}"/>
              </a:ext>
            </a:extLst>
          </p:cNvPr>
          <p:cNvSpPr>
            <a:spLocks noGrp="1"/>
          </p:cNvSpPr>
          <p:nvPr/>
        </p:nvSpPr>
        <p:spPr>
          <a:xfrm>
            <a:off x="476250" y="904875"/>
            <a:ext cx="8191500" cy="7620"/>
          </a:xfrm>
          <a:prstGeom prst="rect">
            <a:avLst/>
          </a:prstGeom>
          <a:solidFill>
            <a:srgbClr val="D9D4CA"/>
          </a:solidFill>
          <a:ln w="0">
            <a:noFill/>
          </a:ln>
        </p:spPr>
      </p:sp>
      <p:sp>
        <p:nvSpPr>
          <p:cNvPr id="10002" name="frame-96">
            <a:extLst>
              <a:ext uri="{FF2B5EF4-FFF2-40B4-BE49-F238E27FC236}">
                <a16:creationId xmlns:a16="http://schemas.microsoft.com/office/drawing/2014/main" id="{5D2FED9D-248C-413E-AB31-F0FD7044651D}"/>
              </a:ext>
            </a:extLst>
          </p:cNvPr>
          <p:cNvSpPr>
            <a:spLocks noGrp="1"/>
          </p:cNvSpPr>
          <p:nvPr/>
        </p:nvSpPr>
        <p:spPr>
          <a:xfrm>
            <a:off x="476250" y="4762500"/>
            <a:ext cx="8191500" cy="7620"/>
          </a:xfrm>
          <a:prstGeom prst="rect">
            <a:avLst/>
          </a:prstGeom>
          <a:solidFill>
            <a:srgbClr val="D9D4CA"/>
          </a:solidFill>
          <a:ln w="0">
            <a:noFill/>
          </a:ln>
        </p:spPr>
      </p:sp>
      <p:sp>
        <p:nvSpPr>
          <p:cNvPr id="10003" name="frame-97">
            <a:extLst>
              <a:ext uri="{FF2B5EF4-FFF2-40B4-BE49-F238E27FC236}">
                <a16:creationId xmlns:a16="http://schemas.microsoft.com/office/drawing/2014/main" id="{9A100FED-AC2F-4AA6-818C-126252D637A5}"/>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98">
            <a:extLst>
              <a:ext uri="{FF2B5EF4-FFF2-40B4-BE49-F238E27FC236}">
                <a16:creationId xmlns:a16="http://schemas.microsoft.com/office/drawing/2014/main" id="{CDA22A63-AB31-43CD-BE6D-11D9E46B7C1A}"/>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20 / 38</a:t>
            </a:r>
          </a:p>
        </p:txBody>
      </p:sp>
      <p:pic>
        <p:nvPicPr>
          <p:cNvPr id="10005" name="Picture 10004"/>
          <p:cNvPicPr>
            <a:picLocks noChangeAspect="1"/>
          </p:cNvPicPr>
          <p:nvPr/>
        </p:nvPicPr>
        <p:blipFill>
          <a:blip r:embed="rId5"/>
          <a:stretch/>
        </p:blipFill>
        <p:spPr>
          <a:xfrm>
            <a:off x="7496175" y="347601"/>
            <a:ext cx="1171575" cy="219198"/>
          </a:xfrm>
          <a:prstGeom prst="rect">
            <a:avLst/>
          </a:prstGeom>
        </p:spPr>
      </p:pic>
    </p:spTree>
    <p:extLst>
      <p:ext uri="{BB962C8B-B14F-4D97-AF65-F5344CB8AC3E}">
        <p14:creationId xmlns:p14="http://schemas.microsoft.com/office/powerpoint/2010/main" val="3543112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193CEF19-C9AC-4766-6D86-3F2425D9BDD3}"/>
              </a:ext>
            </a:extLst>
          </p:cNvPr>
          <p:cNvSpPr txBox="1">
            <a:spLocks/>
          </p:cNvSpPr>
          <p:nvPr/>
        </p:nvSpPr>
        <p:spPr>
          <a:xfrm>
            <a:off x="476250" y="1076325"/>
            <a:ext cx="8191500" cy="1712721"/>
          </a:xfrm>
          <a:prstGeom prst="rect">
            <a:avLst/>
          </a:prstGeom>
        </p:spPr>
        <p:txBody>
          <a:bodyPr vert="horz" lIns="63678" tIns="31839" rIns="63678" bIns="31839" rtlCol="0">
            <a:noAutofit/>
          </a:bodyPr>
          <a:lstStyle/>
          <a:p>
            <a:pPr marL="159195" indent="-159195" algn="l" defTabSz="636780" rtl="0" eaLnBrk="1" latinLnBrk="0" hangingPunct="1">
              <a:buFont typeface="Noto Sans SC" panose="020B0604020202020204" pitchFamily="34" charset="0"/>
              <a:buChar char="•"/>
              <a:defRPr sz="1696" kern="1200">
                <a:solidFill>
                  <a:schemeClr val="tx1"/>
                </a:solidFill>
                <a:latin typeface="Noto Sans SC"/>
                <a:ea typeface="Noto Sans SC"/>
                <a:cs typeface="Noto Sans SC"/>
              </a:defRPr>
            </a:pPr>
            <a:r>
              <a:rPr lang="zh-CN" altLang="en-US" sz="1453" b="1" kern="1200" dirty="0">
                <a:solidFill>
                  <a:schemeClr val="tx2">
                    <a:lumMod val="75000"/>
                    <a:lumOff val="25000"/>
                  </a:schemeClr>
                </a:solidFill>
                <a:latin typeface="Noto Sans SC"/>
                <a:ea typeface="Noto Sans SC"/>
                <a:cs typeface="Noto Sans SC"/>
              </a:rPr>
              <a:t>关联 </a:t>
            </a:r>
            <a:r>
              <a:rPr lang="en-US" altLang="zh-CN" sz="1453" kern="1200" dirty="0">
                <a:solidFill>
                  <a:schemeClr val="tx1"/>
                </a:solidFill>
                <a:latin typeface="Noto Sans SC"/>
                <a:ea typeface="Noto Sans SC"/>
                <a:cs typeface="Noto Sans SC"/>
              </a:rPr>
              <a:t>(Association) </a:t>
            </a:r>
            <a:r>
              <a:rPr lang="zh-CN" altLang="en-US" sz="1453" kern="1200" dirty="0">
                <a:solidFill>
                  <a:schemeClr val="tx1"/>
                </a:solidFill>
                <a:latin typeface="Noto Sans SC"/>
                <a:ea typeface="Noto Sans SC"/>
                <a:cs typeface="Noto Sans SC"/>
              </a:rPr>
              <a:t>表达</a:t>
            </a:r>
            <a:r>
              <a:rPr lang="zh-CN" altLang="en-US" sz="1453" b="1" kern="1200" dirty="0">
                <a:solidFill>
                  <a:schemeClr val="tx2">
                    <a:lumMod val="75000"/>
                    <a:lumOff val="25000"/>
                  </a:schemeClr>
                </a:solidFill>
                <a:latin typeface="Noto Sans SC"/>
                <a:ea typeface="Noto Sans SC"/>
                <a:cs typeface="Noto Sans SC"/>
              </a:rPr>
              <a:t>类</a:t>
            </a:r>
            <a:r>
              <a:rPr lang="zh-CN" altLang="en-US" sz="1453" kern="1200" dirty="0">
                <a:solidFill>
                  <a:schemeClr val="tx1"/>
                </a:solidFill>
                <a:latin typeface="Noto Sans SC"/>
                <a:ea typeface="Noto Sans SC"/>
                <a:cs typeface="Noto Sans SC"/>
              </a:rPr>
              <a:t>之间的结构关系，表达“</a:t>
            </a:r>
            <a:r>
              <a:rPr lang="en-US" altLang="zh-CN" sz="1453" kern="1200" dirty="0">
                <a:solidFill>
                  <a:schemeClr val="tx1"/>
                </a:solidFill>
                <a:latin typeface="Noto Sans SC"/>
                <a:ea typeface="Noto Sans SC"/>
                <a:cs typeface="Noto Sans SC"/>
              </a:rPr>
              <a:t>has a</a:t>
            </a:r>
            <a:r>
              <a:rPr lang="zh-CN" altLang="en-US" sz="1453" kern="1200" dirty="0">
                <a:solidFill>
                  <a:schemeClr val="tx1"/>
                </a:solidFill>
                <a:latin typeface="Noto Sans SC"/>
                <a:ea typeface="Noto Sans SC"/>
                <a:cs typeface="Noto Sans SC"/>
              </a:rPr>
              <a:t>”</a:t>
            </a:r>
            <a:r>
              <a:rPr lang="en-US" altLang="zh-CN" sz="1453" kern="1200" dirty="0">
                <a:solidFill>
                  <a:schemeClr val="tx1"/>
                </a:solidFill>
                <a:latin typeface="Noto Sans SC"/>
                <a:ea typeface="Noto Sans SC"/>
                <a:cs typeface="Noto Sans SC"/>
              </a:rPr>
              <a:t>(A</a:t>
            </a:r>
            <a:r>
              <a:rPr lang="zh-CN" altLang="en-US" sz="1453" kern="1200" dirty="0">
                <a:solidFill>
                  <a:schemeClr val="tx1"/>
                </a:solidFill>
                <a:latin typeface="Noto Sans SC"/>
                <a:ea typeface="Noto Sans SC"/>
                <a:cs typeface="Noto Sans SC"/>
              </a:rPr>
              <a:t>类中的成员变量中包含类</a:t>
            </a:r>
            <a:r>
              <a:rPr lang="en-US" altLang="zh-CN" sz="1453" kern="1200" dirty="0">
                <a:solidFill>
                  <a:schemeClr val="tx1"/>
                </a:solidFill>
                <a:latin typeface="Noto Sans SC"/>
                <a:ea typeface="Noto Sans SC"/>
                <a:cs typeface="Noto Sans SC"/>
              </a:rPr>
              <a:t>B</a:t>
            </a:r>
            <a:r>
              <a:rPr lang="zh-CN" altLang="en-US" sz="1453" kern="1200" dirty="0">
                <a:solidFill>
                  <a:schemeClr val="tx1"/>
                </a:solidFill>
                <a:latin typeface="Noto Sans SC"/>
                <a:ea typeface="Noto Sans SC"/>
                <a:cs typeface="Noto Sans SC"/>
              </a:rPr>
              <a:t>的对象</a:t>
            </a:r>
            <a:r>
              <a:rPr lang="en-US" altLang="zh-CN" sz="1453" kern="1200" dirty="0">
                <a:solidFill>
                  <a:schemeClr val="tx1"/>
                </a:solidFill>
                <a:latin typeface="Noto Sans SC"/>
                <a:ea typeface="Noto Sans SC"/>
                <a:cs typeface="Noto Sans SC"/>
              </a:rPr>
              <a:t>)</a:t>
            </a:r>
          </a:p>
          <a:p>
            <a:pPr marL="159195" indent="-159195" algn="l" defTabSz="636780" rtl="0" eaLnBrk="1" latinLnBrk="0" hangingPunct="1">
              <a:buFont typeface="Noto Sans SC" panose="020B0604020202020204" pitchFamily="34" charset="0"/>
              <a:buChar char="•"/>
              <a:defRPr sz="1696" kern="1200">
                <a:solidFill>
                  <a:schemeClr val="tx1"/>
                </a:solidFill>
                <a:latin typeface="Noto Sans SC"/>
                <a:ea typeface="Noto Sans SC"/>
                <a:cs typeface="Noto Sans SC"/>
              </a:defRPr>
            </a:pPr>
            <a:r>
              <a:rPr lang="zh-CN" altLang="en-US" sz="1453" kern="1200" dirty="0">
                <a:solidFill>
                  <a:schemeClr val="tx1"/>
                </a:solidFill>
                <a:latin typeface="Noto Sans SC"/>
                <a:ea typeface="Noto Sans SC"/>
                <a:cs typeface="Noto Sans SC"/>
              </a:rPr>
              <a:t>两种特殊的关联表达整体</a:t>
            </a:r>
            <a:r>
              <a:rPr lang="en-US" altLang="zh-CN" sz="1453" kern="1200" dirty="0">
                <a:solidFill>
                  <a:schemeClr val="tx1"/>
                </a:solidFill>
                <a:latin typeface="Noto Sans SC"/>
                <a:ea typeface="Noto Sans SC"/>
                <a:cs typeface="Noto Sans SC"/>
              </a:rPr>
              <a:t>-</a:t>
            </a:r>
            <a:r>
              <a:rPr lang="zh-CN" altLang="en-US" sz="1453" kern="1200" dirty="0">
                <a:solidFill>
                  <a:schemeClr val="tx1"/>
                </a:solidFill>
                <a:latin typeface="Noto Sans SC"/>
                <a:ea typeface="Noto Sans SC"/>
                <a:cs typeface="Noto Sans SC"/>
              </a:rPr>
              <a:t>部分关系</a:t>
            </a:r>
            <a:endParaRPr lang="en-US" altLang="zh-CN" sz="1453" kern="1200" dirty="0">
              <a:solidFill>
                <a:schemeClr val="tx1"/>
              </a:solidFill>
              <a:latin typeface="Noto Sans SC"/>
              <a:ea typeface="Noto Sans SC"/>
              <a:cs typeface="Noto Sans SC"/>
            </a:endParaRPr>
          </a:p>
          <a:p>
            <a:pPr marL="477585" lvl="1" indent="-159195" algn="l" defTabSz="636780" rtl="0" eaLnBrk="1" latinLnBrk="0" hangingPunct="1">
              <a:buFont typeface="Noto Sans SC" panose="020B0604020202020204" pitchFamily="34" charset="0"/>
              <a:buChar char="•"/>
              <a:defRPr sz="1453" kern="1200">
                <a:solidFill>
                  <a:schemeClr val="tx1"/>
                </a:solidFill>
                <a:latin typeface="Noto Sans SC"/>
                <a:ea typeface="Noto Sans SC"/>
                <a:cs typeface="Noto Sans SC"/>
              </a:defRPr>
            </a:pPr>
            <a:r>
              <a:rPr lang="zh-CN" altLang="en-US" sz="1453" kern="1200" dirty="0">
                <a:solidFill>
                  <a:schemeClr val="tx1"/>
                </a:solidFill>
                <a:latin typeface="Noto Sans SC"/>
                <a:ea typeface="Noto Sans SC"/>
                <a:cs typeface="Noto Sans SC"/>
              </a:rPr>
              <a:t>聚合</a:t>
            </a:r>
            <a:r>
              <a:rPr lang="en-US" altLang="zh-CN" sz="1453" kern="1200" dirty="0">
                <a:solidFill>
                  <a:schemeClr val="tx1"/>
                </a:solidFill>
                <a:latin typeface="Noto Sans SC"/>
                <a:ea typeface="Noto Sans SC"/>
                <a:cs typeface="Noto Sans SC"/>
              </a:rPr>
              <a:t>(Aggregation)</a:t>
            </a:r>
            <a:r>
              <a:rPr lang="zh-CN" altLang="en-US" sz="1453" kern="1200" dirty="0">
                <a:solidFill>
                  <a:schemeClr val="tx1"/>
                </a:solidFill>
                <a:latin typeface="Noto Sans SC"/>
                <a:ea typeface="Noto Sans SC"/>
                <a:cs typeface="Noto Sans SC"/>
              </a:rPr>
              <a:t>：整体不存在，部分还可以存在（部分可以脱离整体存在）</a:t>
            </a:r>
            <a:endParaRPr lang="en-US" altLang="zh-CN" sz="1453" kern="1200" dirty="0">
              <a:solidFill>
                <a:schemeClr val="tx1"/>
              </a:solidFill>
              <a:latin typeface="Noto Sans SC"/>
              <a:ea typeface="Noto Sans SC"/>
              <a:cs typeface="Noto Sans SC"/>
            </a:endParaRPr>
          </a:p>
          <a:p>
            <a:pPr marL="477585" lvl="1" indent="-159195" algn="l" defTabSz="636780" rtl="0" eaLnBrk="1" latinLnBrk="0" hangingPunct="1">
              <a:buFont typeface="Noto Sans SC" panose="020B0604020202020204" pitchFamily="34" charset="0"/>
              <a:buChar char="•"/>
              <a:defRPr sz="1453" kern="1200">
                <a:solidFill>
                  <a:schemeClr val="tx1"/>
                </a:solidFill>
                <a:latin typeface="Noto Sans SC"/>
                <a:ea typeface="Noto Sans SC"/>
                <a:cs typeface="Noto Sans SC"/>
              </a:defRPr>
            </a:pPr>
            <a:r>
              <a:rPr lang="zh-CN" altLang="en-US" sz="1453" kern="1200" dirty="0">
                <a:solidFill>
                  <a:schemeClr val="tx1"/>
                </a:solidFill>
                <a:latin typeface="Noto Sans SC"/>
                <a:ea typeface="Noto Sans SC"/>
                <a:cs typeface="Noto Sans SC"/>
              </a:rPr>
              <a:t>组合</a:t>
            </a:r>
            <a:r>
              <a:rPr lang="en-US" altLang="zh-CN" sz="1453" kern="1200" dirty="0">
                <a:solidFill>
                  <a:schemeClr val="tx1"/>
                </a:solidFill>
                <a:latin typeface="Noto Sans SC"/>
                <a:ea typeface="Noto Sans SC"/>
                <a:cs typeface="Noto Sans SC"/>
              </a:rPr>
              <a:t>(Composition)</a:t>
            </a:r>
            <a:r>
              <a:rPr lang="zh-CN" altLang="en-US" sz="1453" kern="1200" dirty="0">
                <a:solidFill>
                  <a:schemeClr val="tx1"/>
                </a:solidFill>
                <a:latin typeface="Noto Sans SC"/>
                <a:ea typeface="Noto Sans SC"/>
                <a:cs typeface="Noto Sans SC"/>
              </a:rPr>
              <a:t>：整体不存在，部分也不存在</a:t>
            </a:r>
          </a:p>
        </p:txBody>
      </p:sp>
      <p:pic>
        <p:nvPicPr>
          <p:cNvPr id="10" name="图片 9">
            <a:extLst>
              <a:ext uri="{FF2B5EF4-FFF2-40B4-BE49-F238E27FC236}">
                <a16:creationId xmlns:a16="http://schemas.microsoft.com/office/drawing/2014/main" id="{C4733C00-0AC2-E444-25F9-C295BAFCA92A}"/>
              </a:ext>
            </a:extLst>
          </p:cNvPr>
          <p:cNvPicPr>
            <a:picLocks noChangeAspect="1"/>
          </p:cNvPicPr>
          <p:nvPr/>
        </p:nvPicPr>
        <p:blipFill>
          <a:blip r:embed="rId2"/>
          <a:stretch>
            <a:fillRect/>
          </a:stretch>
        </p:blipFill>
        <p:spPr>
          <a:xfrm>
            <a:off x="1801293" y="2833763"/>
            <a:ext cx="4570850" cy="1766812"/>
          </a:xfrm>
          <a:prstGeom prst="rect">
            <a:avLst/>
          </a:prstGeom>
        </p:spPr>
      </p:pic>
      <p:sp>
        <p:nvSpPr>
          <p:cNvPr id="12" name="矩形 11">
            <a:extLst>
              <a:ext uri="{FF2B5EF4-FFF2-40B4-BE49-F238E27FC236}">
                <a16:creationId xmlns:a16="http://schemas.microsoft.com/office/drawing/2014/main" id="{94729CFB-34F7-ACF8-4B42-23FFE009A39C}"/>
              </a:ext>
            </a:extLst>
          </p:cNvPr>
          <p:cNvSpPr/>
          <p:nvPr/>
        </p:nvSpPr>
        <p:spPr>
          <a:xfrm>
            <a:off x="4168945" y="3840806"/>
            <a:ext cx="2275832" cy="4865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63678" tIns="31839" rIns="63678" bIns="31839" rtlCol="0" anchor="ctr">
            <a:noAutofit/>
          </a:bodyPr>
          <a:lstStyle/>
          <a:p>
            <a:pPr marL="0" algn="ctr" defTabSz="636780" rtl="0" eaLnBrk="1" latinLnBrk="0" hangingPunct="1">
              <a:defRPr sz="1254" kern="1200">
                <a:solidFill>
                  <a:schemeClr val="tx1"/>
                </a:solidFill>
                <a:latin typeface="Noto Sans SC"/>
                <a:ea typeface="Noto Sans SC"/>
                <a:cs typeface="Noto Sans SC"/>
              </a:defRPr>
            </a:pPr>
            <a:endParaRPr lang="zh-CN" altLang="en-US" sz="1254" kern="1200">
              <a:solidFill>
                <a:schemeClr val="tx1"/>
              </a:solidFill>
              <a:latin typeface="Noto Sans SC"/>
              <a:ea typeface="Noto Sans SC"/>
              <a:cs typeface="Noto Sans SC"/>
            </a:endParaRPr>
          </a:p>
        </p:txBody>
      </p:sp>
      <p:sp>
        <p:nvSpPr>
          <p:cNvPr id="10000" name="frame-99">
            <a:extLst>
              <a:ext uri="{FF2B5EF4-FFF2-40B4-BE49-F238E27FC236}">
                <a16:creationId xmlns:a16="http://schemas.microsoft.com/office/drawing/2014/main" id="{E8A8F88A-8FCF-4022-9F5B-FA2A54628422}"/>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关系</a:t>
            </a:r>
          </a:p>
        </p:txBody>
      </p:sp>
      <p:sp>
        <p:nvSpPr>
          <p:cNvPr id="10001" name="frame-100">
            <a:extLst>
              <a:ext uri="{FF2B5EF4-FFF2-40B4-BE49-F238E27FC236}">
                <a16:creationId xmlns:a16="http://schemas.microsoft.com/office/drawing/2014/main" id="{4A25697E-4BED-41BC-B4C7-3EB9E124729B}"/>
              </a:ext>
            </a:extLst>
          </p:cNvPr>
          <p:cNvSpPr>
            <a:spLocks noGrp="1"/>
          </p:cNvSpPr>
          <p:nvPr/>
        </p:nvSpPr>
        <p:spPr>
          <a:xfrm>
            <a:off x="476250" y="904875"/>
            <a:ext cx="8191500" cy="7620"/>
          </a:xfrm>
          <a:prstGeom prst="rect">
            <a:avLst/>
          </a:prstGeom>
          <a:solidFill>
            <a:srgbClr val="D9D4CA"/>
          </a:solidFill>
          <a:ln w="0">
            <a:noFill/>
          </a:ln>
        </p:spPr>
      </p:sp>
      <p:sp>
        <p:nvSpPr>
          <p:cNvPr id="10002" name="frame-101">
            <a:extLst>
              <a:ext uri="{FF2B5EF4-FFF2-40B4-BE49-F238E27FC236}">
                <a16:creationId xmlns:a16="http://schemas.microsoft.com/office/drawing/2014/main" id="{7ECB29FB-74AC-465E-922D-4B38E0033FEB}"/>
              </a:ext>
            </a:extLst>
          </p:cNvPr>
          <p:cNvSpPr>
            <a:spLocks noGrp="1"/>
          </p:cNvSpPr>
          <p:nvPr/>
        </p:nvSpPr>
        <p:spPr>
          <a:xfrm>
            <a:off x="476250" y="4762500"/>
            <a:ext cx="8191500" cy="7620"/>
          </a:xfrm>
          <a:prstGeom prst="rect">
            <a:avLst/>
          </a:prstGeom>
          <a:solidFill>
            <a:srgbClr val="D9D4CA"/>
          </a:solidFill>
          <a:ln w="0">
            <a:noFill/>
          </a:ln>
        </p:spPr>
      </p:sp>
      <p:sp>
        <p:nvSpPr>
          <p:cNvPr id="10003" name="frame-102">
            <a:extLst>
              <a:ext uri="{FF2B5EF4-FFF2-40B4-BE49-F238E27FC236}">
                <a16:creationId xmlns:a16="http://schemas.microsoft.com/office/drawing/2014/main" id="{3BF70E45-D2DA-437E-B77D-D74DDB55416A}"/>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03">
            <a:extLst>
              <a:ext uri="{FF2B5EF4-FFF2-40B4-BE49-F238E27FC236}">
                <a16:creationId xmlns:a16="http://schemas.microsoft.com/office/drawing/2014/main" id="{86A7FB47-2FF9-4804-8D60-539C962369F1}"/>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21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4198962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F0970043-412D-4667-91CE-46222E1F912D}"/>
              </a:ext>
            </a:extLst>
          </p:cNvPr>
          <p:cNvSpPr txBox="1">
            <a:spLocks/>
          </p:cNvSpPr>
          <p:nvPr/>
        </p:nvSpPr>
        <p:spPr>
          <a:xfrm>
            <a:off x="648281" y="1076325"/>
            <a:ext cx="7325745" cy="1537083"/>
          </a:xfrm>
          <a:prstGeom prst="rect">
            <a:avLst/>
          </a:prstGeom>
        </p:spPr>
        <p:txBody>
          <a:bodyPr vert="horz" lIns="65395" tIns="32698" rIns="65395" bIns="32698" rtlCol="0">
            <a:noAutofit/>
          </a:bodyPr>
          <a:lstStyle/>
          <a:p>
            <a:pPr marL="163488" indent="-163488" algn="l" defTabSz="653953" rtl="0" eaLnBrk="1" latinLnBrk="0" hangingPunct="1">
              <a:buFont typeface="Noto Sans SC" panose="020B0604020202020204" pitchFamily="34" charset="0"/>
              <a:buChar char="•"/>
              <a:defRPr sz="2002" kern="1200">
                <a:solidFill>
                  <a:schemeClr val="tx1"/>
                </a:solidFill>
                <a:latin typeface="Noto Sans SC"/>
                <a:ea typeface="Noto Sans SC"/>
                <a:cs typeface="Noto Sans SC"/>
              </a:defRPr>
            </a:pPr>
            <a:r>
              <a:rPr lang="zh-CN" altLang="en-US" sz="1716" b="1" kern="1200" dirty="0">
                <a:solidFill>
                  <a:schemeClr val="tx2">
                    <a:lumMod val="75000"/>
                    <a:lumOff val="25000"/>
                  </a:schemeClr>
                </a:solidFill>
                <a:latin typeface="Noto Sans SC"/>
                <a:ea typeface="Noto Sans SC"/>
                <a:cs typeface="Noto Sans SC"/>
              </a:rPr>
              <a:t>泛化 </a:t>
            </a:r>
            <a:r>
              <a:rPr lang="en-US" altLang="zh-CN" sz="1716" kern="1200" dirty="0">
                <a:solidFill>
                  <a:schemeClr val="tx1"/>
                </a:solidFill>
                <a:latin typeface="Noto Sans SC"/>
                <a:ea typeface="Noto Sans SC"/>
                <a:cs typeface="Noto Sans SC"/>
              </a:rPr>
              <a:t>(Generalization)</a:t>
            </a:r>
            <a:r>
              <a:rPr lang="zh-CN" altLang="en-US" sz="1716" kern="1200" dirty="0">
                <a:solidFill>
                  <a:schemeClr val="tx1"/>
                </a:solidFill>
                <a:latin typeface="Noto Sans SC"/>
                <a:ea typeface="Noto Sans SC"/>
                <a:cs typeface="Noto Sans SC"/>
              </a:rPr>
              <a:t>关系</a:t>
            </a:r>
            <a:r>
              <a:rPr lang="en-US" altLang="zh-CN" sz="1716" kern="1200" dirty="0">
                <a:solidFill>
                  <a:schemeClr val="tx1"/>
                </a:solidFill>
                <a:latin typeface="Noto Sans SC"/>
                <a:ea typeface="Noto Sans SC"/>
                <a:cs typeface="Noto Sans SC"/>
              </a:rPr>
              <a:t> </a:t>
            </a:r>
            <a:r>
              <a:rPr lang="zh-CN" altLang="en-US" sz="1716" kern="1200" dirty="0">
                <a:solidFill>
                  <a:schemeClr val="tx1"/>
                </a:solidFill>
                <a:latin typeface="Noto Sans SC"/>
                <a:ea typeface="Noto Sans SC"/>
                <a:cs typeface="Noto Sans SC"/>
              </a:rPr>
              <a:t>表达特殊</a:t>
            </a:r>
            <a:r>
              <a:rPr lang="en-US" altLang="zh-CN" sz="1716" kern="1200" dirty="0">
                <a:solidFill>
                  <a:schemeClr val="tx1"/>
                </a:solidFill>
                <a:latin typeface="Noto Sans SC"/>
                <a:ea typeface="Noto Sans SC"/>
                <a:cs typeface="Noto Sans SC"/>
              </a:rPr>
              <a:t>/</a:t>
            </a:r>
            <a:r>
              <a:rPr lang="zh-CN" altLang="en-US" sz="1716" kern="1200" dirty="0">
                <a:solidFill>
                  <a:schemeClr val="tx1"/>
                </a:solidFill>
                <a:latin typeface="Noto Sans SC"/>
                <a:ea typeface="Noto Sans SC"/>
                <a:cs typeface="Noto Sans SC"/>
              </a:rPr>
              <a:t>一般关系</a:t>
            </a:r>
            <a:endParaRPr lang="en-US" altLang="zh-CN" sz="1716" kern="1200" dirty="0">
              <a:solidFill>
                <a:schemeClr val="tx1"/>
              </a:solidFill>
              <a:latin typeface="Noto Sans SC"/>
              <a:ea typeface="Noto Sans SC"/>
              <a:cs typeface="Noto Sans SC"/>
            </a:endParaRPr>
          </a:p>
          <a:p>
            <a:pPr marL="163488" indent="-163488" algn="l" defTabSz="653953" rtl="0" eaLnBrk="1" latinLnBrk="0" hangingPunct="1">
              <a:buFont typeface="Noto Sans SC" panose="020B0604020202020204" pitchFamily="34" charset="0"/>
              <a:buChar char="•"/>
              <a:defRPr sz="2002" kern="1200">
                <a:solidFill>
                  <a:schemeClr val="tx1"/>
                </a:solidFill>
                <a:latin typeface="Noto Sans SC"/>
                <a:ea typeface="Noto Sans SC"/>
                <a:cs typeface="Noto Sans SC"/>
              </a:defRPr>
            </a:pPr>
            <a:r>
              <a:rPr lang="zh-CN" altLang="en-US" sz="1716" b="1" kern="1200" dirty="0">
                <a:solidFill>
                  <a:schemeClr val="tx2">
                    <a:lumMod val="75000"/>
                    <a:lumOff val="25000"/>
                  </a:schemeClr>
                </a:solidFill>
                <a:latin typeface="Noto Sans SC"/>
                <a:ea typeface="Noto Sans SC"/>
                <a:cs typeface="Noto Sans SC"/>
              </a:rPr>
              <a:t>实现 </a:t>
            </a:r>
            <a:r>
              <a:rPr lang="en-US" altLang="zh-CN" sz="1716" kern="1200" dirty="0">
                <a:solidFill>
                  <a:schemeClr val="tx1"/>
                </a:solidFill>
                <a:latin typeface="Noto Sans SC"/>
                <a:ea typeface="Noto Sans SC"/>
                <a:cs typeface="Noto Sans SC"/>
              </a:rPr>
              <a:t>(Realization)</a:t>
            </a:r>
            <a:r>
              <a:rPr lang="zh-CN" altLang="en-US" sz="1716" kern="1200" dirty="0">
                <a:solidFill>
                  <a:schemeClr val="tx1"/>
                </a:solidFill>
                <a:latin typeface="Noto Sans SC"/>
                <a:ea typeface="Noto Sans SC"/>
                <a:cs typeface="Noto Sans SC"/>
              </a:rPr>
              <a:t>关系表达</a:t>
            </a:r>
            <a:r>
              <a:rPr lang="zh-CN" altLang="en-US" sz="1716" kern="1200" dirty="0">
                <a:solidFill>
                  <a:schemeClr val="tx2">
                    <a:lumMod val="75000"/>
                    <a:lumOff val="25000"/>
                  </a:schemeClr>
                </a:solidFill>
                <a:latin typeface="Noto Sans SC"/>
                <a:ea typeface="Noto Sans SC"/>
                <a:cs typeface="Noto Sans SC"/>
              </a:rPr>
              <a:t>结构事物</a:t>
            </a:r>
            <a:r>
              <a:rPr lang="zh-CN" altLang="en-US" sz="1716" kern="1200" dirty="0">
                <a:solidFill>
                  <a:schemeClr val="tx1"/>
                </a:solidFill>
                <a:latin typeface="Noto Sans SC"/>
                <a:ea typeface="Noto Sans SC"/>
                <a:cs typeface="Noto Sans SC"/>
              </a:rPr>
              <a:t>之间</a:t>
            </a:r>
            <a:endParaRPr lang="en-US" altLang="zh-CN" sz="1716" kern="1200" dirty="0">
              <a:solidFill>
                <a:schemeClr val="tx1"/>
              </a:solidFill>
              <a:latin typeface="Noto Sans SC"/>
              <a:ea typeface="Noto Sans SC"/>
              <a:cs typeface="Noto Sans SC"/>
            </a:endParaRPr>
          </a:p>
          <a:p>
            <a:pPr marL="490465" lvl="1" indent="-163488" algn="l" defTabSz="653953" rtl="0" eaLnBrk="1" latinLnBrk="0" hangingPunct="1">
              <a:buFont typeface="Noto Sans SC" panose="020B0604020202020204" pitchFamily="34" charset="0"/>
              <a:buChar char="•"/>
              <a:defRPr sz="1716" kern="1200">
                <a:solidFill>
                  <a:schemeClr val="tx1"/>
                </a:solidFill>
                <a:latin typeface="Noto Sans SC"/>
                <a:ea typeface="Noto Sans SC"/>
                <a:cs typeface="Noto Sans SC"/>
              </a:defRPr>
            </a:pPr>
            <a:r>
              <a:rPr lang="zh-CN" altLang="en-US" sz="1430" kern="1200" dirty="0">
                <a:solidFill>
                  <a:schemeClr val="tx1"/>
                </a:solidFill>
                <a:latin typeface="Noto Sans SC"/>
                <a:ea typeface="Noto Sans SC"/>
                <a:cs typeface="Noto Sans SC"/>
              </a:rPr>
              <a:t>接口和实现结构的类或组件</a:t>
            </a:r>
            <a:endParaRPr lang="en-US" altLang="zh-CN" sz="1430" kern="1200" dirty="0">
              <a:solidFill>
                <a:schemeClr val="tx1"/>
              </a:solidFill>
              <a:latin typeface="Noto Sans SC"/>
              <a:ea typeface="Noto Sans SC"/>
              <a:cs typeface="Noto Sans SC"/>
            </a:endParaRPr>
          </a:p>
          <a:p>
            <a:pPr marL="490465" lvl="1" indent="-163488" algn="l" defTabSz="653953" rtl="0" eaLnBrk="1" latinLnBrk="0" hangingPunct="1">
              <a:buFont typeface="Noto Sans SC" panose="020B0604020202020204" pitchFamily="34" charset="0"/>
              <a:buChar char="•"/>
              <a:defRPr sz="1716" kern="1200">
                <a:solidFill>
                  <a:schemeClr val="tx1"/>
                </a:solidFill>
                <a:latin typeface="Noto Sans SC"/>
                <a:ea typeface="Noto Sans SC"/>
                <a:cs typeface="Noto Sans SC"/>
              </a:defRPr>
            </a:pPr>
            <a:r>
              <a:rPr lang="zh-CN" altLang="en-US" sz="1430" kern="1200" dirty="0">
                <a:solidFill>
                  <a:schemeClr val="tx1"/>
                </a:solidFill>
                <a:latin typeface="Noto Sans SC"/>
                <a:ea typeface="Noto Sans SC"/>
                <a:cs typeface="Noto Sans SC"/>
              </a:rPr>
              <a:t>用例和实现用例的协作</a:t>
            </a:r>
            <a:endParaRPr lang="en-US" altLang="zh-CN" sz="1430" kern="1200" dirty="0">
              <a:solidFill>
                <a:schemeClr val="tx1"/>
              </a:solidFill>
              <a:latin typeface="Noto Sans SC"/>
              <a:ea typeface="Noto Sans SC"/>
              <a:cs typeface="Noto Sans SC"/>
            </a:endParaRPr>
          </a:p>
        </p:txBody>
      </p:sp>
      <p:pic>
        <p:nvPicPr>
          <p:cNvPr id="12" name="图片 11">
            <a:extLst>
              <a:ext uri="{FF2B5EF4-FFF2-40B4-BE49-F238E27FC236}">
                <a16:creationId xmlns:a16="http://schemas.microsoft.com/office/drawing/2014/main" id="{B8F589FC-8BB7-50C9-6782-EF245CEB370A}"/>
              </a:ext>
            </a:extLst>
          </p:cNvPr>
          <p:cNvPicPr>
            <a:picLocks noChangeAspect="1"/>
          </p:cNvPicPr>
          <p:nvPr/>
        </p:nvPicPr>
        <p:blipFill>
          <a:blip r:embed="rId2"/>
          <a:stretch>
            <a:fillRect/>
          </a:stretch>
        </p:blipFill>
        <p:spPr>
          <a:xfrm>
            <a:off x="865040" y="3018141"/>
            <a:ext cx="2413748" cy="846615"/>
          </a:xfrm>
          <a:prstGeom prst="rect">
            <a:avLst/>
          </a:prstGeom>
        </p:spPr>
      </p:pic>
      <p:pic>
        <p:nvPicPr>
          <p:cNvPr id="9" name="图片 8">
            <a:extLst>
              <a:ext uri="{FF2B5EF4-FFF2-40B4-BE49-F238E27FC236}">
                <a16:creationId xmlns:a16="http://schemas.microsoft.com/office/drawing/2014/main" id="{9F792492-83D6-973D-14B4-2480B3876D64}"/>
              </a:ext>
            </a:extLst>
          </p:cNvPr>
          <p:cNvPicPr>
            <a:picLocks noChangeAspect="1"/>
          </p:cNvPicPr>
          <p:nvPr/>
        </p:nvPicPr>
        <p:blipFill>
          <a:blip r:embed="rId3"/>
          <a:stretch>
            <a:fillRect/>
          </a:stretch>
        </p:blipFill>
        <p:spPr>
          <a:xfrm>
            <a:off x="3545464" y="2427763"/>
            <a:ext cx="2343921" cy="1537082"/>
          </a:xfrm>
          <a:prstGeom prst="rect">
            <a:avLst/>
          </a:prstGeom>
        </p:spPr>
      </p:pic>
      <p:pic>
        <p:nvPicPr>
          <p:cNvPr id="11" name="图片 10">
            <a:extLst>
              <a:ext uri="{FF2B5EF4-FFF2-40B4-BE49-F238E27FC236}">
                <a16:creationId xmlns:a16="http://schemas.microsoft.com/office/drawing/2014/main" id="{E5279688-2348-6570-9F07-E6A3F0BA4258}"/>
              </a:ext>
            </a:extLst>
          </p:cNvPr>
          <p:cNvPicPr>
            <a:picLocks noChangeAspect="1"/>
          </p:cNvPicPr>
          <p:nvPr/>
        </p:nvPicPr>
        <p:blipFill>
          <a:blip r:embed="rId4"/>
          <a:stretch>
            <a:fillRect/>
          </a:stretch>
        </p:blipFill>
        <p:spPr>
          <a:xfrm>
            <a:off x="5965018" y="2967529"/>
            <a:ext cx="2461449" cy="985733"/>
          </a:xfrm>
          <a:prstGeom prst="rect">
            <a:avLst/>
          </a:prstGeom>
        </p:spPr>
      </p:pic>
      <p:sp>
        <p:nvSpPr>
          <p:cNvPr id="13" name="矩形 12">
            <a:extLst>
              <a:ext uri="{FF2B5EF4-FFF2-40B4-BE49-F238E27FC236}">
                <a16:creationId xmlns:a16="http://schemas.microsoft.com/office/drawing/2014/main" id="{1C5A98A5-B187-8610-07E1-86B4A6F5F3E0}"/>
              </a:ext>
            </a:extLst>
          </p:cNvPr>
          <p:cNvSpPr/>
          <p:nvPr/>
        </p:nvSpPr>
        <p:spPr>
          <a:xfrm>
            <a:off x="3429418" y="2247855"/>
            <a:ext cx="5066301" cy="20059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65395" tIns="32698" rIns="65395" bIns="32698" rtlCol="0" anchor="ctr">
            <a:noAutofit/>
          </a:bodyPr>
          <a:lstStyle/>
          <a:p>
            <a:pPr marL="0" algn="ctr" defTabSz="653953" rtl="0" eaLnBrk="1" latinLnBrk="0" hangingPunct="1">
              <a:defRPr sz="1287" kern="1200">
                <a:solidFill>
                  <a:schemeClr val="tx1"/>
                </a:solidFill>
                <a:latin typeface="Noto Sans SC"/>
                <a:ea typeface="Noto Sans SC"/>
                <a:cs typeface="Noto Sans SC"/>
              </a:defRPr>
            </a:pPr>
            <a:endParaRPr lang="zh-CN" altLang="en-US" sz="1287" kern="1200">
              <a:solidFill>
                <a:schemeClr val="tx1"/>
              </a:solidFill>
              <a:latin typeface="Noto Sans SC"/>
              <a:ea typeface="Noto Sans SC"/>
              <a:cs typeface="Noto Sans SC"/>
            </a:endParaRPr>
          </a:p>
        </p:txBody>
      </p:sp>
      <p:sp>
        <p:nvSpPr>
          <p:cNvPr id="14" name="文本框 13">
            <a:extLst>
              <a:ext uri="{FF2B5EF4-FFF2-40B4-BE49-F238E27FC236}">
                <a16:creationId xmlns:a16="http://schemas.microsoft.com/office/drawing/2014/main" id="{8700C669-0398-23A9-8F80-DB079C50CADC}"/>
              </a:ext>
            </a:extLst>
          </p:cNvPr>
          <p:cNvSpPr txBox="1"/>
          <p:nvPr/>
        </p:nvSpPr>
        <p:spPr>
          <a:xfrm>
            <a:off x="5420669" y="4336439"/>
            <a:ext cx="1617832" cy="264136"/>
          </a:xfrm>
          <a:prstGeom prst="rect">
            <a:avLst/>
          </a:prstGeom>
          <a:noFill/>
        </p:spPr>
        <p:txBody>
          <a:bodyPr wrap="none" lIns="0" tIns="0" rIns="0" bIns="0" rtlCol="0">
            <a:noAutofit/>
          </a:bodyPr>
          <a:lstStyle/>
          <a:p>
            <a:pPr marL="0" algn="ctr" defTabSz="653953"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接口实现和用例实现</a:t>
            </a:r>
          </a:p>
        </p:txBody>
      </p:sp>
      <p:sp>
        <p:nvSpPr>
          <p:cNvPr id="10000" name="frame-104">
            <a:extLst>
              <a:ext uri="{FF2B5EF4-FFF2-40B4-BE49-F238E27FC236}">
                <a16:creationId xmlns:a16="http://schemas.microsoft.com/office/drawing/2014/main" id="{978DE401-E8C1-4BE8-B243-944B446142D0}"/>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关系</a:t>
            </a:r>
          </a:p>
        </p:txBody>
      </p:sp>
      <p:sp>
        <p:nvSpPr>
          <p:cNvPr id="10001" name="frame-105">
            <a:extLst>
              <a:ext uri="{FF2B5EF4-FFF2-40B4-BE49-F238E27FC236}">
                <a16:creationId xmlns:a16="http://schemas.microsoft.com/office/drawing/2014/main" id="{1A6CBD8F-948B-4B16-A3E0-100A66A61397}"/>
              </a:ext>
            </a:extLst>
          </p:cNvPr>
          <p:cNvSpPr>
            <a:spLocks noGrp="1"/>
          </p:cNvSpPr>
          <p:nvPr/>
        </p:nvSpPr>
        <p:spPr>
          <a:xfrm>
            <a:off x="476250" y="904875"/>
            <a:ext cx="8191500" cy="7620"/>
          </a:xfrm>
          <a:prstGeom prst="rect">
            <a:avLst/>
          </a:prstGeom>
          <a:solidFill>
            <a:srgbClr val="D9D4CA"/>
          </a:solidFill>
          <a:ln w="0">
            <a:noFill/>
          </a:ln>
        </p:spPr>
      </p:sp>
      <p:sp>
        <p:nvSpPr>
          <p:cNvPr id="10002" name="frame-106">
            <a:extLst>
              <a:ext uri="{FF2B5EF4-FFF2-40B4-BE49-F238E27FC236}">
                <a16:creationId xmlns:a16="http://schemas.microsoft.com/office/drawing/2014/main" id="{B6BB7EA9-83F5-4C44-9EFB-9930C0CCF863}"/>
              </a:ext>
            </a:extLst>
          </p:cNvPr>
          <p:cNvSpPr>
            <a:spLocks noGrp="1"/>
          </p:cNvSpPr>
          <p:nvPr/>
        </p:nvSpPr>
        <p:spPr>
          <a:xfrm>
            <a:off x="476250" y="4762500"/>
            <a:ext cx="8191500" cy="7620"/>
          </a:xfrm>
          <a:prstGeom prst="rect">
            <a:avLst/>
          </a:prstGeom>
          <a:solidFill>
            <a:srgbClr val="D9D4CA"/>
          </a:solidFill>
          <a:ln w="0">
            <a:noFill/>
          </a:ln>
        </p:spPr>
      </p:sp>
      <p:sp>
        <p:nvSpPr>
          <p:cNvPr id="10003" name="frame-107">
            <a:extLst>
              <a:ext uri="{FF2B5EF4-FFF2-40B4-BE49-F238E27FC236}">
                <a16:creationId xmlns:a16="http://schemas.microsoft.com/office/drawing/2014/main" id="{7FAF974E-00FF-430C-9151-BAC4D4EDE979}"/>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08">
            <a:extLst>
              <a:ext uri="{FF2B5EF4-FFF2-40B4-BE49-F238E27FC236}">
                <a16:creationId xmlns:a16="http://schemas.microsoft.com/office/drawing/2014/main" id="{10A55901-981F-4A82-B035-F1F9E5F44835}"/>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22 / 38</a:t>
            </a:r>
          </a:p>
        </p:txBody>
      </p:sp>
      <p:pic>
        <p:nvPicPr>
          <p:cNvPr id="10005" name="Picture 10004"/>
          <p:cNvPicPr>
            <a:picLocks noChangeAspect="1"/>
          </p:cNvPicPr>
          <p:nvPr/>
        </p:nvPicPr>
        <p:blipFill>
          <a:blip r:embed="rId5"/>
          <a:stretch/>
        </p:blipFill>
        <p:spPr>
          <a:xfrm>
            <a:off x="7496175" y="347601"/>
            <a:ext cx="1171575" cy="219198"/>
          </a:xfrm>
          <a:prstGeom prst="rect">
            <a:avLst/>
          </a:prstGeom>
        </p:spPr>
      </p:pic>
    </p:spTree>
    <p:extLst>
      <p:ext uri="{BB962C8B-B14F-4D97-AF65-F5344CB8AC3E}">
        <p14:creationId xmlns:p14="http://schemas.microsoft.com/office/powerpoint/2010/main" val="1989944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2626F2B-CF4D-B745-D0F1-F8FDE50A87FE}"/>
              </a:ext>
            </a:extLst>
          </p:cNvPr>
          <p:cNvGrpSpPr/>
          <p:nvPr/>
        </p:nvGrpSpPr>
        <p:grpSpPr>
          <a:xfrm>
            <a:off x="1502432" y="1076325"/>
            <a:ext cx="6139136" cy="3524250"/>
            <a:chOff x="1569720" y="1329865"/>
            <a:chExt cx="8827568" cy="5026485"/>
          </a:xfrm>
        </p:grpSpPr>
        <p:pic>
          <p:nvPicPr>
            <p:cNvPr id="11" name="图片 10">
              <a:extLst>
                <a:ext uri="{FF2B5EF4-FFF2-40B4-BE49-F238E27FC236}">
                  <a16:creationId xmlns:a16="http://schemas.microsoft.com/office/drawing/2014/main" id="{56F3FAAF-4374-B29A-F50A-A27BA6394DAB}"/>
                </a:ext>
              </a:extLst>
            </p:cNvPr>
            <p:cNvPicPr>
              <a:picLocks noChangeAspect="1"/>
            </p:cNvPicPr>
            <p:nvPr/>
          </p:nvPicPr>
          <p:blipFill>
            <a:blip r:embed="rId2"/>
            <a:stretch>
              <a:fillRect/>
            </a:stretch>
          </p:blipFill>
          <p:spPr>
            <a:xfrm>
              <a:off x="1569720" y="1329865"/>
              <a:ext cx="8827568" cy="5026485"/>
            </a:xfrm>
            <a:prstGeom prst="rect">
              <a:avLst/>
            </a:prstGeom>
          </p:spPr>
        </p:pic>
        <p:sp>
          <p:nvSpPr>
            <p:cNvPr id="12" name="矩形 11">
              <a:extLst>
                <a:ext uri="{FF2B5EF4-FFF2-40B4-BE49-F238E27FC236}">
                  <a16:creationId xmlns:a16="http://schemas.microsoft.com/office/drawing/2014/main" id="{44F1FFF4-8A72-7E12-DECF-D362FA0C2ACA}"/>
                </a:ext>
              </a:extLst>
            </p:cNvPr>
            <p:cNvSpPr/>
            <p:nvPr/>
          </p:nvSpPr>
          <p:spPr>
            <a:xfrm>
              <a:off x="1896726" y="3143763"/>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3" name="矩形 12">
              <a:extLst>
                <a:ext uri="{FF2B5EF4-FFF2-40B4-BE49-F238E27FC236}">
                  <a16:creationId xmlns:a16="http://schemas.microsoft.com/office/drawing/2014/main" id="{C8B32E69-B992-AD43-BBD2-26AAB8BA7524}"/>
                </a:ext>
              </a:extLst>
            </p:cNvPr>
            <p:cNvSpPr/>
            <p:nvPr/>
          </p:nvSpPr>
          <p:spPr>
            <a:xfrm>
              <a:off x="6234439" y="312896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4" name="矩形 13">
              <a:extLst>
                <a:ext uri="{FF2B5EF4-FFF2-40B4-BE49-F238E27FC236}">
                  <a16:creationId xmlns:a16="http://schemas.microsoft.com/office/drawing/2014/main" id="{334895E2-457B-8CE9-350C-8D48A5C5AFD9}"/>
                </a:ext>
              </a:extLst>
            </p:cNvPr>
            <p:cNvSpPr/>
            <p:nvPr/>
          </p:nvSpPr>
          <p:spPr>
            <a:xfrm>
              <a:off x="9213621" y="314551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5" name="矩形 14">
              <a:extLst>
                <a:ext uri="{FF2B5EF4-FFF2-40B4-BE49-F238E27FC236}">
                  <a16:creationId xmlns:a16="http://schemas.microsoft.com/office/drawing/2014/main" id="{58C349C0-EC72-2B39-930D-6040516FCEE7}"/>
                </a:ext>
              </a:extLst>
            </p:cNvPr>
            <p:cNvSpPr/>
            <p:nvPr/>
          </p:nvSpPr>
          <p:spPr>
            <a:xfrm>
              <a:off x="5353138" y="383087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6" name="矩形 15">
              <a:extLst>
                <a:ext uri="{FF2B5EF4-FFF2-40B4-BE49-F238E27FC236}">
                  <a16:creationId xmlns:a16="http://schemas.microsoft.com/office/drawing/2014/main" id="{3FD8A7E7-C06B-DB2D-2F1F-793F40AE8BB3}"/>
                </a:ext>
              </a:extLst>
            </p:cNvPr>
            <p:cNvSpPr/>
            <p:nvPr/>
          </p:nvSpPr>
          <p:spPr>
            <a:xfrm>
              <a:off x="7851616" y="3168153"/>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7" name="矩形 16">
              <a:extLst>
                <a:ext uri="{FF2B5EF4-FFF2-40B4-BE49-F238E27FC236}">
                  <a16:creationId xmlns:a16="http://schemas.microsoft.com/office/drawing/2014/main" id="{DB7064E5-3F78-D176-6262-3D36332B3C38}"/>
                </a:ext>
              </a:extLst>
            </p:cNvPr>
            <p:cNvSpPr/>
            <p:nvPr/>
          </p:nvSpPr>
          <p:spPr>
            <a:xfrm>
              <a:off x="6223985" y="4680817"/>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sp>
          <p:nvSpPr>
            <p:cNvPr id="18" name="矩形 17">
              <a:extLst>
                <a:ext uri="{FF2B5EF4-FFF2-40B4-BE49-F238E27FC236}">
                  <a16:creationId xmlns:a16="http://schemas.microsoft.com/office/drawing/2014/main" id="{E310EECA-BC23-7160-C673-BC76EBCAAFE8}"/>
                </a:ext>
              </a:extLst>
            </p:cNvPr>
            <p:cNvSpPr/>
            <p:nvPr/>
          </p:nvSpPr>
          <p:spPr>
            <a:xfrm>
              <a:off x="3893595" y="385002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1667" tIns="30834" rIns="61667" bIns="30834" rtlCol="0" anchor="ctr">
              <a:noAutofit/>
            </a:bodyPr>
            <a:lstStyle/>
            <a:p>
              <a:pPr marL="0" algn="ctr" defTabSz="616673" rtl="0" eaLnBrk="1" latinLnBrk="0" hangingPunct="1">
                <a:defRPr sz="1214" kern="1200">
                  <a:solidFill>
                    <a:schemeClr val="tx1"/>
                  </a:solidFill>
                  <a:latin typeface="Noto Sans SC"/>
                  <a:ea typeface="Noto Sans SC"/>
                  <a:cs typeface="Noto Sans SC"/>
                </a:defRPr>
              </a:pPr>
              <a:endParaRPr lang="zh-CN" altLang="en-US" sz="1214" kern="1200">
                <a:solidFill>
                  <a:schemeClr val="tx1"/>
                </a:solidFill>
                <a:latin typeface="Noto Sans SC"/>
                <a:ea typeface="Noto Sans SC"/>
                <a:cs typeface="Noto Sans SC"/>
              </a:endParaRPr>
            </a:p>
          </p:txBody>
        </p:sp>
      </p:grpSp>
      <p:sp>
        <p:nvSpPr>
          <p:cNvPr id="10000" name="frame-109">
            <a:extLst>
              <a:ext uri="{FF2B5EF4-FFF2-40B4-BE49-F238E27FC236}">
                <a16:creationId xmlns:a16="http://schemas.microsoft.com/office/drawing/2014/main" id="{521F32F0-B665-4FCB-A9B0-C4DF163884E7}"/>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图</a:t>
            </a:r>
          </a:p>
        </p:txBody>
      </p:sp>
      <p:sp>
        <p:nvSpPr>
          <p:cNvPr id="10001" name="frame-110">
            <a:extLst>
              <a:ext uri="{FF2B5EF4-FFF2-40B4-BE49-F238E27FC236}">
                <a16:creationId xmlns:a16="http://schemas.microsoft.com/office/drawing/2014/main" id="{A38513A7-329A-4FC3-9F55-145C4FE589FF}"/>
              </a:ext>
            </a:extLst>
          </p:cNvPr>
          <p:cNvSpPr>
            <a:spLocks noGrp="1"/>
          </p:cNvSpPr>
          <p:nvPr/>
        </p:nvSpPr>
        <p:spPr>
          <a:xfrm>
            <a:off x="476250" y="904875"/>
            <a:ext cx="8191500" cy="7620"/>
          </a:xfrm>
          <a:prstGeom prst="rect">
            <a:avLst/>
          </a:prstGeom>
          <a:solidFill>
            <a:srgbClr val="D9D4CA"/>
          </a:solidFill>
          <a:ln w="0">
            <a:noFill/>
          </a:ln>
        </p:spPr>
      </p:sp>
      <p:sp>
        <p:nvSpPr>
          <p:cNvPr id="10002" name="frame-111">
            <a:extLst>
              <a:ext uri="{FF2B5EF4-FFF2-40B4-BE49-F238E27FC236}">
                <a16:creationId xmlns:a16="http://schemas.microsoft.com/office/drawing/2014/main" id="{E71E310A-1A16-4B6C-958E-6A0F07496A5A}"/>
              </a:ext>
            </a:extLst>
          </p:cNvPr>
          <p:cNvSpPr>
            <a:spLocks noGrp="1"/>
          </p:cNvSpPr>
          <p:nvPr/>
        </p:nvSpPr>
        <p:spPr>
          <a:xfrm>
            <a:off x="476250" y="4762500"/>
            <a:ext cx="8191500" cy="7620"/>
          </a:xfrm>
          <a:prstGeom prst="rect">
            <a:avLst/>
          </a:prstGeom>
          <a:solidFill>
            <a:srgbClr val="D9D4CA"/>
          </a:solidFill>
          <a:ln w="0">
            <a:noFill/>
          </a:ln>
        </p:spPr>
      </p:sp>
      <p:sp>
        <p:nvSpPr>
          <p:cNvPr id="10003" name="frame-112">
            <a:extLst>
              <a:ext uri="{FF2B5EF4-FFF2-40B4-BE49-F238E27FC236}">
                <a16:creationId xmlns:a16="http://schemas.microsoft.com/office/drawing/2014/main" id="{FB418DA4-C61E-498C-85A6-41A24E43AC17}"/>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13">
            <a:extLst>
              <a:ext uri="{FF2B5EF4-FFF2-40B4-BE49-F238E27FC236}">
                <a16:creationId xmlns:a16="http://schemas.microsoft.com/office/drawing/2014/main" id="{849B2C4C-D226-4E0C-B1CB-9FF1FF8EF089}"/>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23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1646278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E859280-C469-A877-C9EE-3253346DB690}"/>
              </a:ext>
            </a:extLst>
          </p:cNvPr>
          <p:cNvSpPr>
            <a:spLocks noGrp="1"/>
          </p:cNvSpPr>
          <p:nvPr/>
        </p:nvSpPr>
        <p:spPr>
          <a:xfrm>
            <a:off x="621611" y="1076325"/>
            <a:ext cx="3873128" cy="3524250"/>
          </a:xfrm>
        </p:spPr>
        <p:txBody>
          <a:bodyPr lIns="67359" tIns="33679" rIns="67359" bIns="33679">
            <a:noAutofit/>
          </a:bodyPr>
          <a:lstStyle/>
          <a:p>
            <a:pPr marL="168397" indent="-168397" algn="l" defTabSz="673587" rtl="0" eaLnBrk="1" latinLnBrk="0" hangingPunct="1">
              <a:spcBef>
                <a:spcPts val="737"/>
              </a:spcBef>
              <a:buFont typeface="Noto Sans SC" panose="020B0604020202020204" pitchFamily="34" charset="0"/>
              <a:buChar char="•"/>
              <a:defRPr sz="1774" kern="1200">
                <a:solidFill>
                  <a:schemeClr val="tx1"/>
                </a:solidFill>
                <a:latin typeface="Noto Sans SC"/>
                <a:ea typeface="Noto Sans SC"/>
                <a:cs typeface="Noto Sans SC"/>
              </a:defRPr>
            </a:pPr>
            <a:r>
              <a:rPr lang="en-US" altLang="zh-CN" sz="1774" b="1" kern="1200" dirty="0">
                <a:solidFill>
                  <a:schemeClr val="tx1"/>
                </a:solidFill>
                <a:latin typeface="Noto Sans SC"/>
                <a:ea typeface="Noto Sans SC"/>
                <a:cs typeface="Noto Sans SC"/>
              </a:rPr>
              <a:t>Structure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类图 </a:t>
            </a:r>
            <a:r>
              <a:rPr lang="en-US" altLang="zh-CN" sz="1520" kern="1200" dirty="0">
                <a:solidFill>
                  <a:schemeClr val="tx1"/>
                </a:solidFill>
                <a:latin typeface="Noto Sans SC"/>
                <a:ea typeface="Noto Sans SC"/>
                <a:cs typeface="Noto Sans SC"/>
              </a:rPr>
              <a:t>(Class Diagram) </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对象图 </a:t>
            </a:r>
            <a:r>
              <a:rPr lang="en-US" altLang="zh-CN" sz="1520" kern="1200" dirty="0">
                <a:solidFill>
                  <a:schemeClr val="tx1"/>
                </a:solidFill>
                <a:latin typeface="Noto Sans SC"/>
                <a:ea typeface="Noto Sans SC"/>
                <a:cs typeface="Noto Sans SC"/>
              </a:rPr>
              <a:t>(Object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包图 </a:t>
            </a:r>
            <a:r>
              <a:rPr lang="en-US" altLang="zh-CN" sz="1520" kern="1200" dirty="0">
                <a:solidFill>
                  <a:schemeClr val="tx1"/>
                </a:solidFill>
                <a:latin typeface="Noto Sans SC"/>
                <a:ea typeface="Noto Sans SC"/>
                <a:cs typeface="Noto Sans SC"/>
              </a:rPr>
              <a:t>(Package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部署图 </a:t>
            </a:r>
            <a:r>
              <a:rPr lang="en-US" altLang="zh-CN" sz="1520" kern="1200" dirty="0">
                <a:solidFill>
                  <a:schemeClr val="tx1"/>
                </a:solidFill>
                <a:latin typeface="Noto Sans SC"/>
                <a:ea typeface="Noto Sans SC"/>
                <a:cs typeface="Noto Sans SC"/>
              </a:rPr>
              <a:t>(Deployment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组件图 </a:t>
            </a:r>
            <a:r>
              <a:rPr lang="en-US" altLang="zh-CN" sz="1520" kern="1200" dirty="0">
                <a:solidFill>
                  <a:schemeClr val="tx1"/>
                </a:solidFill>
                <a:latin typeface="Noto Sans SC"/>
                <a:ea typeface="Noto Sans SC"/>
                <a:cs typeface="Noto Sans SC"/>
              </a:rPr>
              <a:t>(Component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组合结构图 </a:t>
            </a:r>
            <a:r>
              <a:rPr lang="en-US" altLang="zh-CN" sz="1520" kern="1200" dirty="0">
                <a:solidFill>
                  <a:schemeClr val="tx1"/>
                </a:solidFill>
                <a:latin typeface="Noto Sans SC"/>
                <a:ea typeface="Noto Sans SC"/>
                <a:cs typeface="Noto Sans SC"/>
              </a:rPr>
              <a:t>(Composite Structure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en-US" altLang="zh-CN" sz="1520" kern="1200" dirty="0">
                <a:solidFill>
                  <a:schemeClr val="tx1"/>
                </a:solidFill>
                <a:latin typeface="Noto Sans SC"/>
                <a:ea typeface="Noto Sans SC"/>
                <a:cs typeface="Noto Sans SC"/>
              </a:rPr>
              <a:t>Profile Diagram </a:t>
            </a:r>
          </a:p>
        </p:txBody>
      </p:sp>
      <p:sp>
        <p:nvSpPr>
          <p:cNvPr id="7" name="内容占位符 2">
            <a:extLst>
              <a:ext uri="{FF2B5EF4-FFF2-40B4-BE49-F238E27FC236}">
                <a16:creationId xmlns:a16="http://schemas.microsoft.com/office/drawing/2014/main" id="{833E58E7-1236-16AE-B8AA-A5B75399CCAA}"/>
              </a:ext>
            </a:extLst>
          </p:cNvPr>
          <p:cNvSpPr txBox="1">
            <a:spLocks/>
          </p:cNvSpPr>
          <p:nvPr/>
        </p:nvSpPr>
        <p:spPr>
          <a:xfrm>
            <a:off x="4649261" y="1076325"/>
            <a:ext cx="3873128" cy="3524250"/>
          </a:xfrm>
          <a:prstGeom prst="rect">
            <a:avLst/>
          </a:prstGeom>
        </p:spPr>
        <p:txBody>
          <a:bodyPr vert="horz" lIns="67359" tIns="33679" rIns="67359" bIns="33679" rtlCol="0">
            <a:noAutofit/>
          </a:bodyPr>
          <a:lstStyle/>
          <a:p>
            <a:pPr marL="168397" indent="-168397" algn="l" defTabSz="673587" rtl="0" eaLnBrk="1" latinLnBrk="0" hangingPunct="1">
              <a:spcBef>
                <a:spcPts val="737"/>
              </a:spcBef>
              <a:buFont typeface="Noto Sans SC" panose="020B0604020202020204" pitchFamily="34" charset="0"/>
              <a:buChar char="•"/>
              <a:defRPr sz="1774" kern="1200">
                <a:solidFill>
                  <a:schemeClr val="tx1"/>
                </a:solidFill>
                <a:latin typeface="Noto Sans SC"/>
                <a:ea typeface="Noto Sans SC"/>
                <a:cs typeface="Noto Sans SC"/>
              </a:defRPr>
            </a:pPr>
            <a:r>
              <a:rPr lang="en-US" altLang="zh-CN" sz="1774" b="1" kern="1200" dirty="0">
                <a:solidFill>
                  <a:schemeClr val="tx1"/>
                </a:solidFill>
                <a:latin typeface="Noto Sans SC"/>
                <a:ea typeface="Noto Sans SC"/>
                <a:cs typeface="Noto Sans SC"/>
              </a:rPr>
              <a:t>Behavior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用例图 </a:t>
            </a:r>
            <a:r>
              <a:rPr lang="en-US" altLang="zh-CN" sz="1520" kern="1200" dirty="0">
                <a:solidFill>
                  <a:schemeClr val="tx1"/>
                </a:solidFill>
                <a:latin typeface="Noto Sans SC"/>
                <a:ea typeface="Noto Sans SC"/>
                <a:cs typeface="Noto Sans SC"/>
              </a:rPr>
              <a:t>(Use Case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顺序图 </a:t>
            </a:r>
            <a:r>
              <a:rPr lang="en-US" altLang="zh-CN" sz="1520" kern="1200" dirty="0">
                <a:solidFill>
                  <a:schemeClr val="tx1"/>
                </a:solidFill>
                <a:latin typeface="Noto Sans SC"/>
                <a:ea typeface="Noto Sans SC"/>
                <a:cs typeface="Noto Sans SC"/>
              </a:rPr>
              <a:t>(Sequence Diagram) </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活动图 </a:t>
            </a:r>
            <a:r>
              <a:rPr lang="en-US" altLang="zh-CN" sz="1520" kern="1200" dirty="0">
                <a:solidFill>
                  <a:schemeClr val="tx1"/>
                </a:solidFill>
                <a:latin typeface="Noto Sans SC"/>
                <a:ea typeface="Noto Sans SC"/>
                <a:cs typeface="Noto Sans SC"/>
              </a:rPr>
              <a:t>(Activity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状态机图 </a:t>
            </a:r>
            <a:r>
              <a:rPr lang="en-US" altLang="zh-CN" sz="1520" kern="1200" dirty="0">
                <a:solidFill>
                  <a:schemeClr val="tx1"/>
                </a:solidFill>
                <a:latin typeface="Noto Sans SC"/>
                <a:ea typeface="Noto Sans SC"/>
                <a:cs typeface="Noto Sans SC"/>
              </a:rPr>
              <a:t>(State Machine Diagram) </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通信图 </a:t>
            </a:r>
            <a:r>
              <a:rPr lang="en-US" altLang="zh-CN" sz="1520" kern="1200" dirty="0">
                <a:solidFill>
                  <a:schemeClr val="tx1"/>
                </a:solidFill>
                <a:latin typeface="Noto Sans SC"/>
                <a:ea typeface="Noto Sans SC"/>
                <a:cs typeface="Noto Sans SC"/>
              </a:rPr>
              <a:t>(Communication Diagram) </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交互概要图 </a:t>
            </a:r>
            <a:r>
              <a:rPr lang="en-US" altLang="zh-CN" sz="1520" kern="1200" dirty="0">
                <a:solidFill>
                  <a:schemeClr val="tx1"/>
                </a:solidFill>
                <a:latin typeface="Noto Sans SC"/>
                <a:ea typeface="Noto Sans SC"/>
                <a:cs typeface="Noto Sans SC"/>
              </a:rPr>
              <a:t>(Interaction Overview Diagram)</a:t>
            </a:r>
          </a:p>
          <a:p>
            <a:pPr marL="505191" lvl="1" indent="-168397" algn="l" defTabSz="673587" rtl="0" eaLnBrk="1" latinLnBrk="0" hangingPunct="1">
              <a:spcBef>
                <a:spcPts val="368"/>
              </a:spcBef>
              <a:buFont typeface="Noto Sans SC" panose="020B0604020202020204" pitchFamily="34" charset="0"/>
              <a:buChar char="•"/>
              <a:defRPr sz="1520" kern="1200">
                <a:solidFill>
                  <a:schemeClr val="tx1"/>
                </a:solidFill>
                <a:latin typeface="Noto Sans SC"/>
                <a:ea typeface="Noto Sans SC"/>
                <a:cs typeface="Noto Sans SC"/>
              </a:defRPr>
            </a:pPr>
            <a:r>
              <a:rPr lang="zh-CN" altLang="en-US" sz="1520" kern="1200" dirty="0">
                <a:solidFill>
                  <a:schemeClr val="tx1"/>
                </a:solidFill>
                <a:latin typeface="Noto Sans SC"/>
                <a:ea typeface="Noto Sans SC"/>
                <a:cs typeface="Noto Sans SC"/>
              </a:rPr>
              <a:t>定时图 </a:t>
            </a:r>
            <a:r>
              <a:rPr lang="en-US" altLang="zh-CN" sz="1520" kern="1200" dirty="0">
                <a:solidFill>
                  <a:schemeClr val="tx1"/>
                </a:solidFill>
                <a:latin typeface="Noto Sans SC"/>
                <a:ea typeface="Noto Sans SC"/>
                <a:cs typeface="Noto Sans SC"/>
              </a:rPr>
              <a:t>(Timing Diagram)</a:t>
            </a:r>
            <a:endParaRPr lang="zh-CN" altLang="en-US" sz="1520" kern="1200" dirty="0">
              <a:solidFill>
                <a:schemeClr val="tx1"/>
              </a:solidFill>
              <a:latin typeface="Noto Sans SC"/>
              <a:ea typeface="Noto Sans SC"/>
              <a:cs typeface="Noto Sans SC"/>
            </a:endParaRPr>
          </a:p>
        </p:txBody>
      </p:sp>
      <p:sp>
        <p:nvSpPr>
          <p:cNvPr id="10000" name="frame-114">
            <a:extLst>
              <a:ext uri="{FF2B5EF4-FFF2-40B4-BE49-F238E27FC236}">
                <a16:creationId xmlns:a16="http://schemas.microsoft.com/office/drawing/2014/main" id="{FA7EA113-4E22-4FCA-865C-D29A88F5E1DC}"/>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图</a:t>
            </a:r>
          </a:p>
        </p:txBody>
      </p:sp>
      <p:sp>
        <p:nvSpPr>
          <p:cNvPr id="10001" name="frame-115">
            <a:extLst>
              <a:ext uri="{FF2B5EF4-FFF2-40B4-BE49-F238E27FC236}">
                <a16:creationId xmlns:a16="http://schemas.microsoft.com/office/drawing/2014/main" id="{88A62939-E674-4162-B1CA-E57F632D49DF}"/>
              </a:ext>
            </a:extLst>
          </p:cNvPr>
          <p:cNvSpPr>
            <a:spLocks noGrp="1"/>
          </p:cNvSpPr>
          <p:nvPr/>
        </p:nvSpPr>
        <p:spPr>
          <a:xfrm>
            <a:off x="476250" y="904875"/>
            <a:ext cx="8191500" cy="7620"/>
          </a:xfrm>
          <a:prstGeom prst="rect">
            <a:avLst/>
          </a:prstGeom>
          <a:solidFill>
            <a:srgbClr val="D9D4CA"/>
          </a:solidFill>
          <a:ln w="0">
            <a:noFill/>
          </a:ln>
        </p:spPr>
      </p:sp>
      <p:sp>
        <p:nvSpPr>
          <p:cNvPr id="10002" name="frame-116">
            <a:extLst>
              <a:ext uri="{FF2B5EF4-FFF2-40B4-BE49-F238E27FC236}">
                <a16:creationId xmlns:a16="http://schemas.microsoft.com/office/drawing/2014/main" id="{96ABCCF9-DCD5-461E-A903-DAFF322E5C5F}"/>
              </a:ext>
            </a:extLst>
          </p:cNvPr>
          <p:cNvSpPr>
            <a:spLocks noGrp="1"/>
          </p:cNvSpPr>
          <p:nvPr/>
        </p:nvSpPr>
        <p:spPr>
          <a:xfrm>
            <a:off x="476250" y="4762500"/>
            <a:ext cx="8191500" cy="7620"/>
          </a:xfrm>
          <a:prstGeom prst="rect">
            <a:avLst/>
          </a:prstGeom>
          <a:solidFill>
            <a:srgbClr val="D9D4CA"/>
          </a:solidFill>
          <a:ln w="0">
            <a:noFill/>
          </a:ln>
        </p:spPr>
      </p:sp>
      <p:sp>
        <p:nvSpPr>
          <p:cNvPr id="10003" name="frame-117">
            <a:extLst>
              <a:ext uri="{FF2B5EF4-FFF2-40B4-BE49-F238E27FC236}">
                <a16:creationId xmlns:a16="http://schemas.microsoft.com/office/drawing/2014/main" id="{F4B1ACAC-D82D-4F90-907E-4757B829F688}"/>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18">
            <a:extLst>
              <a:ext uri="{FF2B5EF4-FFF2-40B4-BE49-F238E27FC236}">
                <a16:creationId xmlns:a16="http://schemas.microsoft.com/office/drawing/2014/main" id="{52FFE07A-3B6A-49E3-9E76-3F75C9CF088F}"/>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24 / 38</a:t>
            </a:r>
          </a:p>
        </p:txBody>
      </p:sp>
      <p:pic>
        <p:nvPicPr>
          <p:cNvPr id="10005" name="Picture 10004"/>
          <p:cNvPicPr>
            <a:picLocks noChangeAspect="1"/>
          </p:cNvPicPr>
          <p:nvPr/>
        </p:nvPicPr>
        <p:blipFill>
          <a:blip r:embed="rId2"/>
          <a:stretch/>
        </p:blipFill>
        <p:spPr>
          <a:xfrm>
            <a:off x="7496175" y="347601"/>
            <a:ext cx="1171575" cy="219198"/>
          </a:xfrm>
          <a:prstGeom prst="rect">
            <a:avLst/>
          </a:prstGeom>
        </p:spPr>
      </p:pic>
    </p:spTree>
    <p:extLst>
      <p:ext uri="{BB962C8B-B14F-4D97-AF65-F5344CB8AC3E}">
        <p14:creationId xmlns:p14="http://schemas.microsoft.com/office/powerpoint/2010/main" val="710138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4195749-B984-1FA5-7E56-AE7D76A0A91A}"/>
              </a:ext>
            </a:extLst>
          </p:cNvPr>
          <p:cNvSpPr>
            <a:spLocks noGrp="1"/>
          </p:cNvSpPr>
          <p:nvPr/>
        </p:nvSpPr>
        <p:spPr>
          <a:xfrm>
            <a:off x="770124" y="1076325"/>
            <a:ext cx="7494527" cy="1086943"/>
          </a:xfrm>
        </p:spPr>
        <p:txBody>
          <a:bodyPr lIns="65170" tIns="32585" rIns="65170" bIns="32585">
            <a:noAutofit/>
          </a:bodyPr>
          <a:lstStyle/>
          <a:p>
            <a:pPr marL="162924" indent="-162924" algn="l" defTabSz="651698" rtl="0" eaLnBrk="1" latinLnBrk="0" hangingPunct="1">
              <a:spcBef>
                <a:spcPts val="713"/>
              </a:spcBef>
              <a:buFont typeface="Noto Sans SC" panose="020B0604020202020204" pitchFamily="34" charset="0"/>
              <a:buChar char="•"/>
              <a:defRPr sz="1996" kern="1200">
                <a:solidFill>
                  <a:schemeClr val="tx1"/>
                </a:solidFill>
                <a:latin typeface="Noto Sans SC"/>
                <a:ea typeface="Noto Sans SC"/>
                <a:cs typeface="Noto Sans SC"/>
              </a:defRPr>
            </a:pPr>
            <a:r>
              <a:rPr lang="zh-CN" altLang="en-US" sz="1710" kern="1200" dirty="0">
                <a:solidFill>
                  <a:schemeClr val="tx1"/>
                </a:solidFill>
                <a:latin typeface="Noto Sans SC"/>
                <a:ea typeface="Noto Sans SC"/>
                <a:cs typeface="Noto Sans SC"/>
              </a:rPr>
              <a:t>类图用于对系统静态设计视图建模，显示了一组类、接口、协作以及它们之间的关系</a:t>
            </a:r>
            <a:endParaRPr lang="en-US" altLang="zh-CN" sz="1710" kern="1200" dirty="0">
              <a:solidFill>
                <a:schemeClr val="tx1"/>
              </a:solidFill>
              <a:latin typeface="Noto Sans SC"/>
              <a:ea typeface="Noto Sans SC"/>
              <a:cs typeface="Noto Sans SC"/>
            </a:endParaRPr>
          </a:p>
          <a:p>
            <a:pPr marL="162924" indent="-162924" algn="l" defTabSz="651698" rtl="0" eaLnBrk="1" latinLnBrk="0" hangingPunct="1">
              <a:spcBef>
                <a:spcPts val="713"/>
              </a:spcBef>
              <a:buFont typeface="Noto Sans SC" panose="020B0604020202020204" pitchFamily="34" charset="0"/>
              <a:buChar char="•"/>
              <a:defRPr sz="1996" kern="1200">
                <a:solidFill>
                  <a:schemeClr val="tx1"/>
                </a:solidFill>
                <a:latin typeface="Noto Sans SC"/>
                <a:ea typeface="Noto Sans SC"/>
                <a:cs typeface="Noto Sans SC"/>
              </a:defRPr>
            </a:pPr>
            <a:r>
              <a:rPr lang="zh-CN" altLang="en-US" sz="1710" kern="1200" dirty="0">
                <a:solidFill>
                  <a:schemeClr val="tx1"/>
                </a:solidFill>
                <a:latin typeface="Noto Sans SC"/>
                <a:ea typeface="Noto Sans SC"/>
                <a:cs typeface="Noto Sans SC"/>
              </a:rPr>
              <a:t>典型的应用场景</a:t>
            </a:r>
            <a:r>
              <a:rPr lang="en-US" altLang="zh-CN" sz="1710" kern="1200" dirty="0">
                <a:solidFill>
                  <a:schemeClr val="tx1"/>
                </a:solidFill>
                <a:latin typeface="Noto Sans SC"/>
                <a:ea typeface="Noto Sans SC"/>
                <a:cs typeface="Noto Sans SC"/>
              </a:rPr>
              <a:t>: </a:t>
            </a:r>
            <a:r>
              <a:rPr lang="zh-CN" altLang="en-US" sz="1710" kern="1200" dirty="0">
                <a:solidFill>
                  <a:schemeClr val="tx1"/>
                </a:solidFill>
                <a:latin typeface="Noto Sans SC"/>
                <a:ea typeface="Noto Sans SC"/>
                <a:cs typeface="Noto Sans SC"/>
              </a:rPr>
              <a:t>系统的词汇、协作或者模式等的建模</a:t>
            </a:r>
          </a:p>
        </p:txBody>
      </p:sp>
      <p:pic>
        <p:nvPicPr>
          <p:cNvPr id="8" name="图片 7">
            <a:extLst>
              <a:ext uri="{FF2B5EF4-FFF2-40B4-BE49-F238E27FC236}">
                <a16:creationId xmlns:a16="http://schemas.microsoft.com/office/drawing/2014/main" id="{D20F093D-76DF-2536-FC76-BCD0DCCD4B92}"/>
              </a:ext>
            </a:extLst>
          </p:cNvPr>
          <p:cNvPicPr>
            <a:picLocks noChangeAspect="1"/>
          </p:cNvPicPr>
          <p:nvPr/>
        </p:nvPicPr>
        <p:blipFill>
          <a:blip r:embed="rId2"/>
          <a:stretch>
            <a:fillRect/>
          </a:stretch>
        </p:blipFill>
        <p:spPr>
          <a:xfrm>
            <a:off x="955967" y="3035653"/>
            <a:ext cx="2424938" cy="1539988"/>
          </a:xfrm>
          <a:prstGeom prst="rect">
            <a:avLst/>
          </a:prstGeom>
          <a:ln>
            <a:solidFill>
              <a:schemeClr val="tx1">
                <a:lumMod val="50000"/>
                <a:lumOff val="50000"/>
              </a:schemeClr>
            </a:solidFill>
          </a:ln>
        </p:spPr>
      </p:pic>
      <p:pic>
        <p:nvPicPr>
          <p:cNvPr id="10" name="图片 9">
            <a:extLst>
              <a:ext uri="{FF2B5EF4-FFF2-40B4-BE49-F238E27FC236}">
                <a16:creationId xmlns:a16="http://schemas.microsoft.com/office/drawing/2014/main" id="{60613EE2-CCDD-C4AC-7A07-D999302429D5}"/>
              </a:ext>
            </a:extLst>
          </p:cNvPr>
          <p:cNvPicPr>
            <a:picLocks noChangeAspect="1"/>
          </p:cNvPicPr>
          <p:nvPr/>
        </p:nvPicPr>
        <p:blipFill>
          <a:blip r:embed="rId3"/>
          <a:stretch>
            <a:fillRect/>
          </a:stretch>
        </p:blipFill>
        <p:spPr>
          <a:xfrm>
            <a:off x="3532077" y="2504776"/>
            <a:ext cx="2022705" cy="2070865"/>
          </a:xfrm>
          <a:prstGeom prst="rect">
            <a:avLst/>
          </a:prstGeom>
          <a:ln>
            <a:solidFill>
              <a:schemeClr val="tx1">
                <a:lumMod val="50000"/>
                <a:lumOff val="50000"/>
              </a:schemeClr>
            </a:solidFill>
          </a:ln>
        </p:spPr>
      </p:pic>
      <p:pic>
        <p:nvPicPr>
          <p:cNvPr id="12" name="图片 11">
            <a:extLst>
              <a:ext uri="{FF2B5EF4-FFF2-40B4-BE49-F238E27FC236}">
                <a16:creationId xmlns:a16="http://schemas.microsoft.com/office/drawing/2014/main" id="{4D404115-336E-6424-9F1F-F73153DC7652}"/>
              </a:ext>
            </a:extLst>
          </p:cNvPr>
          <p:cNvPicPr>
            <a:picLocks noChangeAspect="1"/>
          </p:cNvPicPr>
          <p:nvPr/>
        </p:nvPicPr>
        <p:blipFill>
          <a:blip r:embed="rId4"/>
          <a:stretch>
            <a:fillRect/>
          </a:stretch>
        </p:blipFill>
        <p:spPr>
          <a:xfrm>
            <a:off x="5705955" y="2527559"/>
            <a:ext cx="2667921" cy="2073016"/>
          </a:xfrm>
          <a:prstGeom prst="rect">
            <a:avLst/>
          </a:prstGeom>
          <a:ln>
            <a:solidFill>
              <a:schemeClr val="tx1">
                <a:lumMod val="50000"/>
                <a:lumOff val="50000"/>
              </a:schemeClr>
            </a:solidFill>
          </a:ln>
        </p:spPr>
      </p:pic>
      <p:sp>
        <p:nvSpPr>
          <p:cNvPr id="13" name="文本框 12">
            <a:extLst>
              <a:ext uri="{FF2B5EF4-FFF2-40B4-BE49-F238E27FC236}">
                <a16:creationId xmlns:a16="http://schemas.microsoft.com/office/drawing/2014/main" id="{FD65AABE-5B4F-5C1D-55B4-4EF097E95060}"/>
              </a:ext>
            </a:extLst>
          </p:cNvPr>
          <p:cNvSpPr txBox="1"/>
          <p:nvPr/>
        </p:nvSpPr>
        <p:spPr>
          <a:xfrm>
            <a:off x="1712875" y="2650561"/>
            <a:ext cx="716556" cy="241289"/>
          </a:xfrm>
          <a:prstGeom prst="rect">
            <a:avLst/>
          </a:prstGeom>
          <a:noFill/>
        </p:spPr>
        <p:txBody>
          <a:bodyPr wrap="none" lIns="0" tIns="0" rIns="0" bIns="0" rtlCol="0">
            <a:noAutofit/>
          </a:bodyPr>
          <a:lstStyle/>
          <a:p>
            <a:pPr marL="0" algn="ctr" defTabSz="65169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系统词汇</a:t>
            </a:r>
          </a:p>
        </p:txBody>
      </p:sp>
      <p:sp>
        <p:nvSpPr>
          <p:cNvPr id="14" name="文本框 13">
            <a:extLst>
              <a:ext uri="{FF2B5EF4-FFF2-40B4-BE49-F238E27FC236}">
                <a16:creationId xmlns:a16="http://schemas.microsoft.com/office/drawing/2014/main" id="{A8AA91F4-7CCC-2A8A-6952-BAE2EC90791F}"/>
              </a:ext>
            </a:extLst>
          </p:cNvPr>
          <p:cNvSpPr txBox="1"/>
          <p:nvPr/>
        </p:nvSpPr>
        <p:spPr>
          <a:xfrm>
            <a:off x="4219593" y="2236213"/>
            <a:ext cx="716556" cy="241289"/>
          </a:xfrm>
          <a:prstGeom prst="rect">
            <a:avLst/>
          </a:prstGeom>
          <a:noFill/>
        </p:spPr>
        <p:txBody>
          <a:bodyPr wrap="none" lIns="0" tIns="0" rIns="0" bIns="0" rtlCol="0">
            <a:noAutofit/>
          </a:bodyPr>
          <a:lstStyle/>
          <a:p>
            <a:pPr marL="0" algn="ctr" defTabSz="65169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简单协作</a:t>
            </a:r>
          </a:p>
        </p:txBody>
      </p:sp>
      <p:sp>
        <p:nvSpPr>
          <p:cNvPr id="15" name="文本框 14">
            <a:extLst>
              <a:ext uri="{FF2B5EF4-FFF2-40B4-BE49-F238E27FC236}">
                <a16:creationId xmlns:a16="http://schemas.microsoft.com/office/drawing/2014/main" id="{E764B727-55C1-91A5-7A40-457365E1156D}"/>
              </a:ext>
            </a:extLst>
          </p:cNvPr>
          <p:cNvSpPr txBox="1"/>
          <p:nvPr/>
        </p:nvSpPr>
        <p:spPr>
          <a:xfrm>
            <a:off x="6657429" y="2263487"/>
            <a:ext cx="862793" cy="241289"/>
          </a:xfrm>
          <a:prstGeom prst="rect">
            <a:avLst/>
          </a:prstGeom>
          <a:noFill/>
        </p:spPr>
        <p:txBody>
          <a:bodyPr wrap="none" lIns="0" tIns="0" rIns="0" bIns="0" rtlCol="0">
            <a:noAutofit/>
          </a:bodyPr>
          <a:lstStyle/>
          <a:p>
            <a:pPr marL="0" algn="ctr" defTabSz="65169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数据库设计</a:t>
            </a:r>
          </a:p>
        </p:txBody>
      </p:sp>
      <p:sp>
        <p:nvSpPr>
          <p:cNvPr id="10000" name="frame-119">
            <a:extLst>
              <a:ext uri="{FF2B5EF4-FFF2-40B4-BE49-F238E27FC236}">
                <a16:creationId xmlns:a16="http://schemas.microsoft.com/office/drawing/2014/main" id="{B0898044-7193-43D1-B982-5C45EBB1B737}"/>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类图</a:t>
            </a:r>
          </a:p>
        </p:txBody>
      </p:sp>
      <p:sp>
        <p:nvSpPr>
          <p:cNvPr id="10001" name="frame-120">
            <a:extLst>
              <a:ext uri="{FF2B5EF4-FFF2-40B4-BE49-F238E27FC236}">
                <a16:creationId xmlns:a16="http://schemas.microsoft.com/office/drawing/2014/main" id="{75388990-6578-482A-A968-82BD396E3CBF}"/>
              </a:ext>
            </a:extLst>
          </p:cNvPr>
          <p:cNvSpPr>
            <a:spLocks noGrp="1"/>
          </p:cNvSpPr>
          <p:nvPr/>
        </p:nvSpPr>
        <p:spPr>
          <a:xfrm>
            <a:off x="476250" y="904875"/>
            <a:ext cx="8191500" cy="7620"/>
          </a:xfrm>
          <a:prstGeom prst="rect">
            <a:avLst/>
          </a:prstGeom>
          <a:solidFill>
            <a:srgbClr val="D9D4CA"/>
          </a:solidFill>
          <a:ln w="0">
            <a:noFill/>
          </a:ln>
        </p:spPr>
      </p:sp>
      <p:sp>
        <p:nvSpPr>
          <p:cNvPr id="10002" name="frame-121">
            <a:extLst>
              <a:ext uri="{FF2B5EF4-FFF2-40B4-BE49-F238E27FC236}">
                <a16:creationId xmlns:a16="http://schemas.microsoft.com/office/drawing/2014/main" id="{FCE472CC-604A-45BA-B48C-E6DA25584960}"/>
              </a:ext>
            </a:extLst>
          </p:cNvPr>
          <p:cNvSpPr>
            <a:spLocks noGrp="1"/>
          </p:cNvSpPr>
          <p:nvPr/>
        </p:nvSpPr>
        <p:spPr>
          <a:xfrm>
            <a:off x="476250" y="4762500"/>
            <a:ext cx="8191500" cy="7620"/>
          </a:xfrm>
          <a:prstGeom prst="rect">
            <a:avLst/>
          </a:prstGeom>
          <a:solidFill>
            <a:srgbClr val="D9D4CA"/>
          </a:solidFill>
          <a:ln w="0">
            <a:noFill/>
          </a:ln>
        </p:spPr>
      </p:sp>
      <p:sp>
        <p:nvSpPr>
          <p:cNvPr id="10003" name="frame-122">
            <a:extLst>
              <a:ext uri="{FF2B5EF4-FFF2-40B4-BE49-F238E27FC236}">
                <a16:creationId xmlns:a16="http://schemas.microsoft.com/office/drawing/2014/main" id="{14CC778A-5E6E-44DF-8B32-3AD11E8D4ED7}"/>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23">
            <a:extLst>
              <a:ext uri="{FF2B5EF4-FFF2-40B4-BE49-F238E27FC236}">
                <a16:creationId xmlns:a16="http://schemas.microsoft.com/office/drawing/2014/main" id="{12B5DEEE-C7B6-49C1-B9E1-C1E5B2C37F6F}"/>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25 / 38</a:t>
            </a:r>
          </a:p>
        </p:txBody>
      </p:sp>
      <p:pic>
        <p:nvPicPr>
          <p:cNvPr id="10005" name="Picture 10004"/>
          <p:cNvPicPr>
            <a:picLocks noChangeAspect="1"/>
          </p:cNvPicPr>
          <p:nvPr/>
        </p:nvPicPr>
        <p:blipFill>
          <a:blip r:embed="rId5"/>
          <a:stretch/>
        </p:blipFill>
        <p:spPr>
          <a:xfrm>
            <a:off x="7496175" y="347601"/>
            <a:ext cx="1171575" cy="219198"/>
          </a:xfrm>
          <a:prstGeom prst="rect">
            <a:avLst/>
          </a:prstGeom>
        </p:spPr>
      </p:pic>
    </p:spTree>
    <p:extLst>
      <p:ext uri="{BB962C8B-B14F-4D97-AF65-F5344CB8AC3E}">
        <p14:creationId xmlns:p14="http://schemas.microsoft.com/office/powerpoint/2010/main" val="3118668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2A1F188B-E585-75DD-8FA4-89DD7A108B42}"/>
              </a:ext>
            </a:extLst>
          </p:cNvPr>
          <p:cNvSpPr txBox="1">
            <a:spLocks/>
          </p:cNvSpPr>
          <p:nvPr/>
        </p:nvSpPr>
        <p:spPr>
          <a:xfrm>
            <a:off x="476250" y="1076325"/>
            <a:ext cx="8191500" cy="1368102"/>
          </a:xfrm>
          <a:prstGeom prst="rect">
            <a:avLst/>
          </a:prstGeom>
        </p:spPr>
        <p:txBody>
          <a:bodyPr vert="horz" lIns="71230" tIns="35615" rIns="71230" bIns="35615" rtlCol="0">
            <a:noAutofit/>
          </a:bodyPr>
          <a:lstStyle/>
          <a:p>
            <a:pPr marL="178076" indent="-178076" algn="l" defTabSz="712304" rtl="0" eaLnBrk="1" latinLnBrk="0" hangingPunct="1">
              <a:spcBef>
                <a:spcPts val="779"/>
              </a:spcBef>
              <a:buFont typeface="Noto Sans SC" panose="020B0604020202020204" pitchFamily="34" charset="0"/>
              <a:buChar char="•"/>
              <a:defRPr sz="2181" kern="1200">
                <a:solidFill>
                  <a:schemeClr val="tx1"/>
                </a:solidFill>
                <a:latin typeface="Noto Sans SC"/>
                <a:ea typeface="Noto Sans SC"/>
                <a:cs typeface="Noto Sans SC"/>
              </a:defRPr>
            </a:pPr>
            <a:r>
              <a:rPr lang="zh-CN" altLang="en-US" sz="1870" kern="1200" dirty="0">
                <a:solidFill>
                  <a:schemeClr val="tx1"/>
                </a:solidFill>
                <a:latin typeface="Noto Sans SC"/>
                <a:ea typeface="Noto Sans SC"/>
                <a:cs typeface="Noto Sans SC"/>
              </a:rPr>
              <a:t>包是组织建模元素的通用机制</a:t>
            </a:r>
            <a:endParaRPr lang="en-US" altLang="zh-CN" sz="1870" kern="1200" dirty="0">
              <a:solidFill>
                <a:schemeClr val="tx1"/>
              </a:solidFill>
              <a:latin typeface="Noto Sans SC"/>
              <a:ea typeface="Noto Sans SC"/>
              <a:cs typeface="Noto Sans SC"/>
            </a:endParaRPr>
          </a:p>
          <a:p>
            <a:pPr marL="178076" indent="-178076" algn="l" defTabSz="712304" rtl="0" eaLnBrk="1" latinLnBrk="0" hangingPunct="1">
              <a:spcBef>
                <a:spcPts val="779"/>
              </a:spcBef>
              <a:buFont typeface="Noto Sans SC" panose="020B0604020202020204" pitchFamily="34" charset="0"/>
              <a:buChar char="•"/>
              <a:defRPr sz="2181" kern="1200">
                <a:solidFill>
                  <a:schemeClr val="tx1"/>
                </a:solidFill>
                <a:latin typeface="Noto Sans SC"/>
                <a:ea typeface="Noto Sans SC"/>
                <a:cs typeface="Noto Sans SC"/>
              </a:defRPr>
            </a:pPr>
            <a:r>
              <a:rPr lang="zh-CN" altLang="en-US" sz="1870" kern="1200" dirty="0">
                <a:solidFill>
                  <a:schemeClr val="tx1"/>
                </a:solidFill>
                <a:latin typeface="Noto Sans SC"/>
                <a:ea typeface="Noto Sans SC"/>
                <a:cs typeface="Noto Sans SC"/>
              </a:rPr>
              <a:t>包图展现了由模型本身分解而成的组织单元</a:t>
            </a:r>
            <a:r>
              <a:rPr lang="en-US" altLang="zh-CN" sz="1870" kern="1200" dirty="0">
                <a:solidFill>
                  <a:schemeClr val="tx1"/>
                </a:solidFill>
                <a:latin typeface="Noto Sans SC"/>
                <a:ea typeface="Noto Sans SC"/>
                <a:cs typeface="Noto Sans SC"/>
              </a:rPr>
              <a:t>(</a:t>
            </a:r>
            <a:r>
              <a:rPr lang="zh-CN" altLang="en-US" sz="1870" kern="1200" dirty="0">
                <a:solidFill>
                  <a:schemeClr val="tx1"/>
                </a:solidFill>
                <a:latin typeface="Noto Sans SC"/>
                <a:ea typeface="Noto Sans SC"/>
                <a:cs typeface="Noto Sans SC"/>
              </a:rPr>
              <a:t>包</a:t>
            </a:r>
            <a:r>
              <a:rPr lang="en-US" altLang="zh-CN" sz="1870" kern="1200" dirty="0">
                <a:solidFill>
                  <a:schemeClr val="tx1"/>
                </a:solidFill>
                <a:latin typeface="Noto Sans SC"/>
                <a:ea typeface="Noto Sans SC"/>
                <a:cs typeface="Noto Sans SC"/>
              </a:rPr>
              <a:t>)</a:t>
            </a:r>
            <a:r>
              <a:rPr lang="zh-CN" altLang="en-US" sz="1870" kern="1200" dirty="0">
                <a:solidFill>
                  <a:schemeClr val="tx1"/>
                </a:solidFill>
                <a:latin typeface="Noto Sans SC"/>
                <a:ea typeface="Noto Sans SC"/>
                <a:cs typeface="Noto Sans SC"/>
              </a:rPr>
              <a:t>及其依赖关系</a:t>
            </a:r>
            <a:endParaRPr lang="en-US" altLang="zh-CN" sz="1870" kern="1200" dirty="0">
              <a:solidFill>
                <a:schemeClr val="tx1"/>
              </a:solidFill>
              <a:latin typeface="Noto Sans SC"/>
              <a:ea typeface="Noto Sans SC"/>
              <a:cs typeface="Noto Sans SC"/>
            </a:endParaRPr>
          </a:p>
          <a:p>
            <a:pPr marL="178076" indent="-178076" algn="l" defTabSz="712304" rtl="0" eaLnBrk="1" latinLnBrk="0" hangingPunct="1">
              <a:spcBef>
                <a:spcPts val="779"/>
              </a:spcBef>
              <a:buFont typeface="Noto Sans SC" panose="020B0604020202020204" pitchFamily="34" charset="0"/>
              <a:buChar char="•"/>
              <a:defRPr sz="2181" kern="1200">
                <a:solidFill>
                  <a:schemeClr val="tx1"/>
                </a:solidFill>
                <a:latin typeface="Noto Sans SC"/>
                <a:ea typeface="Noto Sans SC"/>
                <a:cs typeface="Noto Sans SC"/>
              </a:defRPr>
            </a:pPr>
            <a:r>
              <a:rPr lang="zh-CN" altLang="en-US" sz="1870" kern="1200" dirty="0">
                <a:solidFill>
                  <a:schemeClr val="tx1"/>
                </a:solidFill>
                <a:latin typeface="Noto Sans SC"/>
                <a:ea typeface="Noto Sans SC"/>
                <a:cs typeface="Noto Sans SC"/>
              </a:rPr>
              <a:t>典型应用场景：组织相关建模元素，体系结构建模</a:t>
            </a:r>
            <a:endParaRPr lang="en-US" altLang="zh-CN" sz="1870" kern="1200" dirty="0">
              <a:solidFill>
                <a:schemeClr val="tx1"/>
              </a:solidFill>
              <a:latin typeface="Noto Sans SC"/>
              <a:ea typeface="Noto Sans SC"/>
              <a:cs typeface="Noto Sans SC"/>
            </a:endParaRPr>
          </a:p>
        </p:txBody>
      </p:sp>
      <p:pic>
        <p:nvPicPr>
          <p:cNvPr id="13" name="图片 12" descr="QR 代码&#10;&#10;AI 生成的内容可能不正确。">
            <a:extLst>
              <a:ext uri="{FF2B5EF4-FFF2-40B4-BE49-F238E27FC236}">
                <a16:creationId xmlns:a16="http://schemas.microsoft.com/office/drawing/2014/main" id="{5381C0DD-E80B-AB7A-AEA3-599C476E9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246" y="3320802"/>
            <a:ext cx="4272820" cy="834217"/>
          </a:xfrm>
          <a:prstGeom prst="rect">
            <a:avLst/>
          </a:prstGeom>
        </p:spPr>
      </p:pic>
      <p:pic>
        <p:nvPicPr>
          <p:cNvPr id="19" name="图片 18">
            <a:extLst>
              <a:ext uri="{FF2B5EF4-FFF2-40B4-BE49-F238E27FC236}">
                <a16:creationId xmlns:a16="http://schemas.microsoft.com/office/drawing/2014/main" id="{6F975CD5-3D9E-0CC7-EA1F-A23F6A02DF27}"/>
              </a:ext>
            </a:extLst>
          </p:cNvPr>
          <p:cNvPicPr>
            <a:picLocks noChangeAspect="1"/>
          </p:cNvPicPr>
          <p:nvPr/>
        </p:nvPicPr>
        <p:blipFill>
          <a:blip r:embed="rId3"/>
          <a:stretch>
            <a:fillRect/>
          </a:stretch>
        </p:blipFill>
        <p:spPr>
          <a:xfrm>
            <a:off x="802070" y="2551369"/>
            <a:ext cx="2894889" cy="1963751"/>
          </a:xfrm>
          <a:prstGeom prst="rect">
            <a:avLst/>
          </a:prstGeom>
        </p:spPr>
      </p:pic>
      <p:sp>
        <p:nvSpPr>
          <p:cNvPr id="10000" name="frame-124">
            <a:extLst>
              <a:ext uri="{FF2B5EF4-FFF2-40B4-BE49-F238E27FC236}">
                <a16:creationId xmlns:a16="http://schemas.microsoft.com/office/drawing/2014/main" id="{A6D05A68-B6BE-47E6-841D-9975CE2F9EB3}"/>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包图</a:t>
            </a:r>
          </a:p>
        </p:txBody>
      </p:sp>
      <p:sp>
        <p:nvSpPr>
          <p:cNvPr id="10001" name="frame-125">
            <a:extLst>
              <a:ext uri="{FF2B5EF4-FFF2-40B4-BE49-F238E27FC236}">
                <a16:creationId xmlns:a16="http://schemas.microsoft.com/office/drawing/2014/main" id="{4D84F0D9-AA95-46D1-A0E8-6A5EA93E7538}"/>
              </a:ext>
            </a:extLst>
          </p:cNvPr>
          <p:cNvSpPr>
            <a:spLocks noGrp="1"/>
          </p:cNvSpPr>
          <p:nvPr/>
        </p:nvSpPr>
        <p:spPr>
          <a:xfrm>
            <a:off x="476250" y="904875"/>
            <a:ext cx="8191500" cy="7620"/>
          </a:xfrm>
          <a:prstGeom prst="rect">
            <a:avLst/>
          </a:prstGeom>
          <a:solidFill>
            <a:srgbClr val="D9D4CA"/>
          </a:solidFill>
          <a:ln w="0">
            <a:noFill/>
          </a:ln>
        </p:spPr>
      </p:sp>
      <p:sp>
        <p:nvSpPr>
          <p:cNvPr id="10002" name="frame-126">
            <a:extLst>
              <a:ext uri="{FF2B5EF4-FFF2-40B4-BE49-F238E27FC236}">
                <a16:creationId xmlns:a16="http://schemas.microsoft.com/office/drawing/2014/main" id="{04C09AE3-9CA1-4FFC-A0E3-3D2DDCF9A563}"/>
              </a:ext>
            </a:extLst>
          </p:cNvPr>
          <p:cNvSpPr>
            <a:spLocks noGrp="1"/>
          </p:cNvSpPr>
          <p:nvPr/>
        </p:nvSpPr>
        <p:spPr>
          <a:xfrm>
            <a:off x="476250" y="4762500"/>
            <a:ext cx="8191500" cy="7620"/>
          </a:xfrm>
          <a:prstGeom prst="rect">
            <a:avLst/>
          </a:prstGeom>
          <a:solidFill>
            <a:srgbClr val="D9D4CA"/>
          </a:solidFill>
          <a:ln w="0">
            <a:noFill/>
          </a:ln>
        </p:spPr>
      </p:sp>
      <p:sp>
        <p:nvSpPr>
          <p:cNvPr id="10003" name="frame-127">
            <a:extLst>
              <a:ext uri="{FF2B5EF4-FFF2-40B4-BE49-F238E27FC236}">
                <a16:creationId xmlns:a16="http://schemas.microsoft.com/office/drawing/2014/main" id="{B2EB6439-2529-4E4F-816D-242401FD8207}"/>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28">
            <a:extLst>
              <a:ext uri="{FF2B5EF4-FFF2-40B4-BE49-F238E27FC236}">
                <a16:creationId xmlns:a16="http://schemas.microsoft.com/office/drawing/2014/main" id="{8E76255A-DC54-4CC0-95E0-F6A0B02707DD}"/>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26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1657420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a:extLst>
            <a:ext uri="{FF2B5EF4-FFF2-40B4-BE49-F238E27FC236}">
              <a16:creationId xmlns:a16="http://schemas.microsoft.com/office/drawing/2014/main" id="{9CC90D69-8F74-61C8-4132-C934A0522392}"/>
            </a:ext>
          </a:extLst>
        </p:cNvPr>
        <p:cNvGrpSpPr/>
        <p:nvPr/>
      </p:nvGrpSpPr>
      <p:grpSpPr>
        <a:xfrm>
          <a:off x="0" y="0"/>
          <a:ext cx="0" cy="0"/>
          <a:chOff x="0" y="0"/>
          <a:chExt cx="0" cy="0"/>
        </a:xfrm>
      </p:grpSpPr>
      <p:sp>
        <p:nvSpPr>
          <p:cNvPr id="7" name="内容占位符 2">
            <a:extLst>
              <a:ext uri="{FF2B5EF4-FFF2-40B4-BE49-F238E27FC236}">
                <a16:creationId xmlns:a16="http://schemas.microsoft.com/office/drawing/2014/main" id="{53825E09-E1E6-68AB-F0A5-4EB2DE715E0A}"/>
              </a:ext>
            </a:extLst>
          </p:cNvPr>
          <p:cNvSpPr txBox="1">
            <a:spLocks/>
          </p:cNvSpPr>
          <p:nvPr/>
        </p:nvSpPr>
        <p:spPr>
          <a:xfrm>
            <a:off x="476250" y="1076325"/>
            <a:ext cx="8191500" cy="833874"/>
          </a:xfrm>
          <a:prstGeom prst="rect">
            <a:avLst/>
          </a:prstGeom>
        </p:spPr>
        <p:txBody>
          <a:bodyPr vert="horz" lIns="71230" tIns="35615" rIns="71230" bIns="35615" rtlCol="0">
            <a:noAutofit/>
          </a:bodyPr>
          <a:lstStyle/>
          <a:p>
            <a:pPr marL="178076" indent="-178076" algn="l" defTabSz="712304" rtl="0" eaLnBrk="1" latinLnBrk="0" hangingPunct="1">
              <a:spcBef>
                <a:spcPts val="779"/>
              </a:spcBef>
              <a:buFont typeface="Noto Sans SC" panose="020B0604020202020204" pitchFamily="34" charset="0"/>
              <a:buChar char="•"/>
              <a:defRPr sz="2181" kern="1200">
                <a:solidFill>
                  <a:schemeClr val="tx1"/>
                </a:solidFill>
                <a:latin typeface="Noto Sans SC"/>
                <a:ea typeface="Noto Sans SC"/>
                <a:cs typeface="Noto Sans SC"/>
              </a:defRPr>
            </a:pPr>
            <a:r>
              <a:rPr lang="zh-CN" altLang="en-US" sz="1870" kern="1200" dirty="0">
                <a:solidFill>
                  <a:schemeClr val="tx1"/>
                </a:solidFill>
                <a:latin typeface="Noto Sans SC"/>
                <a:ea typeface="Noto Sans SC"/>
                <a:cs typeface="Noto Sans SC"/>
              </a:rPr>
              <a:t>部署图是</a:t>
            </a:r>
            <a:r>
              <a:rPr lang="en-US" altLang="zh-CN" sz="1870" kern="1200" dirty="0">
                <a:solidFill>
                  <a:schemeClr val="tx1"/>
                </a:solidFill>
                <a:latin typeface="Noto Sans SC"/>
                <a:ea typeface="Noto Sans SC"/>
                <a:cs typeface="Noto Sans SC"/>
              </a:rPr>
              <a:t>UML</a:t>
            </a:r>
            <a:r>
              <a:rPr lang="zh-CN" altLang="en-US" sz="1870" kern="1200" dirty="0">
                <a:solidFill>
                  <a:schemeClr val="tx1"/>
                </a:solidFill>
                <a:latin typeface="Noto Sans SC"/>
                <a:ea typeface="Noto Sans SC"/>
                <a:cs typeface="Noto Sans SC"/>
              </a:rPr>
              <a:t>中对物理方面进行建模的图，展现了对运行时的处理节点的拓扑结构及其上配置的组件</a:t>
            </a:r>
            <a:endParaRPr lang="en-US" altLang="zh-CN" sz="1870" kern="1200" dirty="0">
              <a:solidFill>
                <a:schemeClr val="tx1"/>
              </a:solidFill>
              <a:latin typeface="Noto Sans SC"/>
              <a:ea typeface="Noto Sans SC"/>
              <a:cs typeface="Noto Sans SC"/>
            </a:endParaRPr>
          </a:p>
        </p:txBody>
      </p:sp>
      <p:pic>
        <p:nvPicPr>
          <p:cNvPr id="8" name="图片 7">
            <a:extLst>
              <a:ext uri="{FF2B5EF4-FFF2-40B4-BE49-F238E27FC236}">
                <a16:creationId xmlns:a16="http://schemas.microsoft.com/office/drawing/2014/main" id="{D07ACA46-99C4-7298-1DFD-A77B9D7DECAE}"/>
              </a:ext>
            </a:extLst>
          </p:cNvPr>
          <p:cNvPicPr>
            <a:picLocks noChangeAspect="1"/>
          </p:cNvPicPr>
          <p:nvPr/>
        </p:nvPicPr>
        <p:blipFill>
          <a:blip r:embed="rId2"/>
          <a:stretch>
            <a:fillRect/>
          </a:stretch>
        </p:blipFill>
        <p:spPr>
          <a:xfrm>
            <a:off x="1544707" y="2455498"/>
            <a:ext cx="5128062" cy="1979414"/>
          </a:xfrm>
          <a:prstGeom prst="rect">
            <a:avLst/>
          </a:prstGeom>
        </p:spPr>
      </p:pic>
      <p:sp>
        <p:nvSpPr>
          <p:cNvPr id="10000" name="frame-129">
            <a:extLst>
              <a:ext uri="{FF2B5EF4-FFF2-40B4-BE49-F238E27FC236}">
                <a16:creationId xmlns:a16="http://schemas.microsoft.com/office/drawing/2014/main" id="{50BE3B43-87AB-4874-935D-D67D61C3B710}"/>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部署图</a:t>
            </a:r>
          </a:p>
        </p:txBody>
      </p:sp>
      <p:sp>
        <p:nvSpPr>
          <p:cNvPr id="10001" name="frame-130">
            <a:extLst>
              <a:ext uri="{FF2B5EF4-FFF2-40B4-BE49-F238E27FC236}">
                <a16:creationId xmlns:a16="http://schemas.microsoft.com/office/drawing/2014/main" id="{CB5D3635-699E-4D2C-A4FC-35C019EEADEF}"/>
              </a:ext>
            </a:extLst>
          </p:cNvPr>
          <p:cNvSpPr>
            <a:spLocks noGrp="1"/>
          </p:cNvSpPr>
          <p:nvPr/>
        </p:nvSpPr>
        <p:spPr>
          <a:xfrm>
            <a:off x="476250" y="904875"/>
            <a:ext cx="8191500" cy="7620"/>
          </a:xfrm>
          <a:prstGeom prst="rect">
            <a:avLst/>
          </a:prstGeom>
          <a:solidFill>
            <a:srgbClr val="D9D4CA"/>
          </a:solidFill>
          <a:ln w="0">
            <a:noFill/>
          </a:ln>
        </p:spPr>
      </p:sp>
      <p:sp>
        <p:nvSpPr>
          <p:cNvPr id="10002" name="frame-131">
            <a:extLst>
              <a:ext uri="{FF2B5EF4-FFF2-40B4-BE49-F238E27FC236}">
                <a16:creationId xmlns:a16="http://schemas.microsoft.com/office/drawing/2014/main" id="{E26EE541-B43C-403F-AC17-B6CD6CD5F448}"/>
              </a:ext>
            </a:extLst>
          </p:cNvPr>
          <p:cNvSpPr>
            <a:spLocks noGrp="1"/>
          </p:cNvSpPr>
          <p:nvPr/>
        </p:nvSpPr>
        <p:spPr>
          <a:xfrm>
            <a:off x="476250" y="4762500"/>
            <a:ext cx="8191500" cy="7620"/>
          </a:xfrm>
          <a:prstGeom prst="rect">
            <a:avLst/>
          </a:prstGeom>
          <a:solidFill>
            <a:srgbClr val="D9D4CA"/>
          </a:solidFill>
          <a:ln w="0">
            <a:noFill/>
          </a:ln>
        </p:spPr>
      </p:sp>
      <p:sp>
        <p:nvSpPr>
          <p:cNvPr id="10003" name="frame-132">
            <a:extLst>
              <a:ext uri="{FF2B5EF4-FFF2-40B4-BE49-F238E27FC236}">
                <a16:creationId xmlns:a16="http://schemas.microsoft.com/office/drawing/2014/main" id="{78C8CB03-C4F4-4F85-94D4-256C905E89EF}"/>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33">
            <a:extLst>
              <a:ext uri="{FF2B5EF4-FFF2-40B4-BE49-F238E27FC236}">
                <a16:creationId xmlns:a16="http://schemas.microsoft.com/office/drawing/2014/main" id="{AA0674EB-0DE6-49E9-8C2E-3BBE48748987}"/>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27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3684323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5A2644-1E06-C083-2A66-DBA38ADAA58C}"/>
              </a:ext>
            </a:extLst>
          </p:cNvPr>
          <p:cNvSpPr>
            <a:spLocks noGrp="1"/>
          </p:cNvSpPr>
          <p:nvPr/>
        </p:nvSpPr>
        <p:spPr>
          <a:xfrm>
            <a:off x="893621" y="1076325"/>
            <a:ext cx="7356758" cy="1530578"/>
          </a:xfrm>
        </p:spPr>
        <p:txBody>
          <a:bodyPr lIns="63972" tIns="31986" rIns="63972" bIns="31986">
            <a:noAutofit/>
          </a:bodyPr>
          <a:lstStyle/>
          <a:p>
            <a:pPr marL="159930" indent="-159930" algn="l" defTabSz="639718" rtl="0" eaLnBrk="1" latinLnBrk="0" hangingPunct="1">
              <a:spcBef>
                <a:spcPts val="700"/>
              </a:spcBef>
              <a:buFont typeface="Noto Sans SC" panose="020B0604020202020204" pitchFamily="34" charset="0"/>
              <a:buChar char="•"/>
              <a:defRPr sz="1959" kern="1200">
                <a:solidFill>
                  <a:schemeClr val="tx1"/>
                </a:solidFill>
                <a:latin typeface="Noto Sans SC"/>
                <a:ea typeface="Noto Sans SC"/>
                <a:cs typeface="Noto Sans SC"/>
              </a:defRPr>
            </a:pPr>
            <a:r>
              <a:rPr lang="zh-CN" altLang="en-US" sz="1679" kern="1200" dirty="0">
                <a:solidFill>
                  <a:schemeClr val="tx1"/>
                </a:solidFill>
                <a:latin typeface="Noto Sans SC"/>
                <a:ea typeface="Noto Sans SC"/>
                <a:cs typeface="Noto Sans SC"/>
              </a:rPr>
              <a:t>用例</a:t>
            </a:r>
            <a:r>
              <a:rPr lang="en-US" altLang="zh-CN" sz="1679" kern="1200" dirty="0">
                <a:solidFill>
                  <a:schemeClr val="tx1"/>
                </a:solidFill>
                <a:latin typeface="Noto Sans SC"/>
                <a:ea typeface="Noto Sans SC"/>
                <a:cs typeface="Noto Sans SC"/>
              </a:rPr>
              <a:t>: </a:t>
            </a:r>
            <a:r>
              <a:rPr lang="zh-CN" altLang="en-US" sz="1679" kern="1200" dirty="0">
                <a:solidFill>
                  <a:schemeClr val="tx1"/>
                </a:solidFill>
                <a:latin typeface="Noto Sans SC"/>
                <a:ea typeface="Noto Sans SC"/>
                <a:cs typeface="Noto Sans SC"/>
              </a:rPr>
              <a:t>代表了一组动作序列 </a:t>
            </a:r>
            <a:r>
              <a:rPr lang="en-US" altLang="zh-CN" sz="1679" kern="1200" dirty="0">
                <a:solidFill>
                  <a:schemeClr val="tx1"/>
                </a:solidFill>
                <a:latin typeface="Noto Sans SC"/>
                <a:ea typeface="Noto Sans SC"/>
                <a:cs typeface="Noto Sans SC"/>
              </a:rPr>
              <a:t>(</a:t>
            </a:r>
            <a:r>
              <a:rPr lang="zh-CN" altLang="en-US" sz="1679" kern="1200" dirty="0">
                <a:solidFill>
                  <a:schemeClr val="tx1"/>
                </a:solidFill>
                <a:latin typeface="Noto Sans SC"/>
                <a:ea typeface="Noto Sans SC"/>
                <a:cs typeface="Noto Sans SC"/>
              </a:rPr>
              <a:t>交互</a:t>
            </a:r>
            <a:r>
              <a:rPr lang="en-US" altLang="zh-CN" sz="1679" kern="1200" dirty="0">
                <a:solidFill>
                  <a:schemeClr val="tx1"/>
                </a:solidFill>
                <a:latin typeface="Noto Sans SC"/>
                <a:ea typeface="Noto Sans SC"/>
                <a:cs typeface="Noto Sans SC"/>
              </a:rPr>
              <a:t>) , </a:t>
            </a:r>
            <a:r>
              <a:rPr lang="zh-CN" altLang="en-US" sz="1679" kern="1200" dirty="0">
                <a:solidFill>
                  <a:schemeClr val="tx1"/>
                </a:solidFill>
                <a:latin typeface="Noto Sans SC"/>
                <a:ea typeface="Noto Sans SC"/>
                <a:cs typeface="Noto Sans SC"/>
              </a:rPr>
              <a:t>系统执行这些动作将产生对特定的参与者有价值而且可观测的结果；</a:t>
            </a:r>
          </a:p>
          <a:p>
            <a:pPr marL="159930" indent="-159930" algn="l" defTabSz="639718" rtl="0" eaLnBrk="1" latinLnBrk="0" hangingPunct="1">
              <a:spcBef>
                <a:spcPts val="700"/>
              </a:spcBef>
              <a:buFont typeface="Noto Sans SC" panose="020B0604020202020204" pitchFamily="34" charset="0"/>
              <a:buChar char="•"/>
              <a:defRPr sz="1959" kern="1200">
                <a:solidFill>
                  <a:schemeClr val="tx1"/>
                </a:solidFill>
                <a:latin typeface="Noto Sans SC"/>
                <a:ea typeface="Noto Sans SC"/>
                <a:cs typeface="Noto Sans SC"/>
              </a:defRPr>
            </a:pPr>
            <a:r>
              <a:rPr lang="zh-CN" altLang="en-US" sz="1679" kern="1200" dirty="0">
                <a:solidFill>
                  <a:schemeClr val="tx1"/>
                </a:solidFill>
                <a:latin typeface="Noto Sans SC"/>
                <a:ea typeface="Noto Sans SC"/>
                <a:cs typeface="Noto Sans SC"/>
              </a:rPr>
              <a:t>用例图展现了一组用例，参与者以及它们之间的关系；</a:t>
            </a:r>
            <a:endParaRPr lang="en-US" altLang="zh-CN" sz="1679" kern="1200" dirty="0">
              <a:solidFill>
                <a:schemeClr val="tx1"/>
              </a:solidFill>
              <a:latin typeface="Noto Sans SC"/>
              <a:ea typeface="Noto Sans SC"/>
              <a:cs typeface="Noto Sans SC"/>
            </a:endParaRPr>
          </a:p>
          <a:p>
            <a:pPr marL="159930" indent="-159930" algn="l" defTabSz="639718" rtl="0" eaLnBrk="1" latinLnBrk="0" hangingPunct="1">
              <a:spcBef>
                <a:spcPts val="700"/>
              </a:spcBef>
              <a:buFont typeface="Noto Sans SC" panose="020B0604020202020204" pitchFamily="34" charset="0"/>
              <a:buChar char="•"/>
              <a:defRPr sz="1959" kern="1200">
                <a:solidFill>
                  <a:schemeClr val="tx1"/>
                </a:solidFill>
                <a:latin typeface="Noto Sans SC"/>
                <a:ea typeface="Noto Sans SC"/>
                <a:cs typeface="Noto Sans SC"/>
              </a:defRPr>
            </a:pPr>
            <a:r>
              <a:rPr lang="zh-CN" altLang="en-US" sz="1679" kern="1200" dirty="0">
                <a:solidFill>
                  <a:schemeClr val="tx1"/>
                </a:solidFill>
                <a:latin typeface="Noto Sans SC"/>
                <a:ea typeface="Noto Sans SC"/>
                <a:cs typeface="Noto Sans SC"/>
              </a:rPr>
              <a:t>典型应用场景：需求获取、需求分析</a:t>
            </a:r>
          </a:p>
        </p:txBody>
      </p:sp>
      <p:pic>
        <p:nvPicPr>
          <p:cNvPr id="8" name="图片 7" descr="图示&#10;&#10;AI 生成的内容可能不正确。">
            <a:extLst>
              <a:ext uri="{FF2B5EF4-FFF2-40B4-BE49-F238E27FC236}">
                <a16:creationId xmlns:a16="http://schemas.microsoft.com/office/drawing/2014/main" id="{CA53A641-EA7F-DB6D-BE80-2AFE4FE845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4933" y="2729460"/>
            <a:ext cx="3213566" cy="1587154"/>
          </a:xfrm>
          <a:prstGeom prst="rect">
            <a:avLst/>
          </a:prstGeom>
        </p:spPr>
      </p:pic>
      <p:pic>
        <p:nvPicPr>
          <p:cNvPr id="12" name="图片 11" descr="图示, 示意图&#10;&#10;AI 生成的内容可能不正确。">
            <a:extLst>
              <a:ext uri="{FF2B5EF4-FFF2-40B4-BE49-F238E27FC236}">
                <a16:creationId xmlns:a16="http://schemas.microsoft.com/office/drawing/2014/main" id="{1D223CC1-AFED-3483-55FD-03C6B3658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953" y="2729460"/>
            <a:ext cx="3439684" cy="1575977"/>
          </a:xfrm>
          <a:prstGeom prst="rect">
            <a:avLst/>
          </a:prstGeom>
        </p:spPr>
      </p:pic>
      <p:sp>
        <p:nvSpPr>
          <p:cNvPr id="13" name="文本框 12">
            <a:extLst>
              <a:ext uri="{FF2B5EF4-FFF2-40B4-BE49-F238E27FC236}">
                <a16:creationId xmlns:a16="http://schemas.microsoft.com/office/drawing/2014/main" id="{33C8C7DA-97A6-879D-DB75-A84EEF790D9D}"/>
              </a:ext>
            </a:extLst>
          </p:cNvPr>
          <p:cNvSpPr txBox="1"/>
          <p:nvPr/>
        </p:nvSpPr>
        <p:spPr>
          <a:xfrm>
            <a:off x="2450300" y="4326586"/>
            <a:ext cx="845811" cy="236854"/>
          </a:xfrm>
          <a:prstGeom prst="rect">
            <a:avLst/>
          </a:prstGeom>
          <a:noFill/>
        </p:spPr>
        <p:txBody>
          <a:bodyPr wrap="none" lIns="0" tIns="0" rIns="0" bIns="0" rtlCol="0">
            <a:noAutofit/>
          </a:bodyPr>
          <a:lstStyle/>
          <a:p>
            <a:pPr marL="0" algn="ctr" defTabSz="63971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概念用例图</a:t>
            </a:r>
          </a:p>
        </p:txBody>
      </p:sp>
      <p:sp>
        <p:nvSpPr>
          <p:cNvPr id="14" name="文本框 13">
            <a:extLst>
              <a:ext uri="{FF2B5EF4-FFF2-40B4-BE49-F238E27FC236}">
                <a16:creationId xmlns:a16="http://schemas.microsoft.com/office/drawing/2014/main" id="{C6407138-6692-9697-4C8D-A35DD5404E7A}"/>
              </a:ext>
            </a:extLst>
          </p:cNvPr>
          <p:cNvSpPr txBox="1"/>
          <p:nvPr/>
        </p:nvSpPr>
        <p:spPr>
          <a:xfrm>
            <a:off x="6204750" y="4363721"/>
            <a:ext cx="846932" cy="236854"/>
          </a:xfrm>
          <a:prstGeom prst="rect">
            <a:avLst/>
          </a:prstGeom>
          <a:noFill/>
        </p:spPr>
        <p:txBody>
          <a:bodyPr wrap="none" lIns="0" tIns="0" rIns="0" bIns="0" rtlCol="0">
            <a:noAutofit/>
          </a:bodyPr>
          <a:lstStyle/>
          <a:p>
            <a:pPr marL="0" algn="ctr" defTabSz="63971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系统用例图</a:t>
            </a:r>
          </a:p>
        </p:txBody>
      </p:sp>
      <p:sp>
        <p:nvSpPr>
          <p:cNvPr id="10000" name="frame-134">
            <a:extLst>
              <a:ext uri="{FF2B5EF4-FFF2-40B4-BE49-F238E27FC236}">
                <a16:creationId xmlns:a16="http://schemas.microsoft.com/office/drawing/2014/main" id="{21509A23-FB46-4EB3-B9FC-31858236157A}"/>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用例图</a:t>
            </a:r>
          </a:p>
        </p:txBody>
      </p:sp>
      <p:sp>
        <p:nvSpPr>
          <p:cNvPr id="10001" name="frame-135">
            <a:extLst>
              <a:ext uri="{FF2B5EF4-FFF2-40B4-BE49-F238E27FC236}">
                <a16:creationId xmlns:a16="http://schemas.microsoft.com/office/drawing/2014/main" id="{C83B2900-68D5-4BC1-A171-563B39DADC4F}"/>
              </a:ext>
            </a:extLst>
          </p:cNvPr>
          <p:cNvSpPr>
            <a:spLocks noGrp="1"/>
          </p:cNvSpPr>
          <p:nvPr/>
        </p:nvSpPr>
        <p:spPr>
          <a:xfrm>
            <a:off x="476250" y="904875"/>
            <a:ext cx="8191500" cy="7620"/>
          </a:xfrm>
          <a:prstGeom prst="rect">
            <a:avLst/>
          </a:prstGeom>
          <a:solidFill>
            <a:srgbClr val="D9D4CA"/>
          </a:solidFill>
          <a:ln w="0">
            <a:noFill/>
          </a:ln>
        </p:spPr>
      </p:sp>
      <p:sp>
        <p:nvSpPr>
          <p:cNvPr id="10002" name="frame-136">
            <a:extLst>
              <a:ext uri="{FF2B5EF4-FFF2-40B4-BE49-F238E27FC236}">
                <a16:creationId xmlns:a16="http://schemas.microsoft.com/office/drawing/2014/main" id="{B2972824-04EC-4D58-9A4A-3C21479A6837}"/>
              </a:ext>
            </a:extLst>
          </p:cNvPr>
          <p:cNvSpPr>
            <a:spLocks noGrp="1"/>
          </p:cNvSpPr>
          <p:nvPr/>
        </p:nvSpPr>
        <p:spPr>
          <a:xfrm>
            <a:off x="476250" y="4762500"/>
            <a:ext cx="8191500" cy="7620"/>
          </a:xfrm>
          <a:prstGeom prst="rect">
            <a:avLst/>
          </a:prstGeom>
          <a:solidFill>
            <a:srgbClr val="D9D4CA"/>
          </a:solidFill>
          <a:ln w="0">
            <a:noFill/>
          </a:ln>
        </p:spPr>
      </p:sp>
      <p:sp>
        <p:nvSpPr>
          <p:cNvPr id="10003" name="frame-137">
            <a:extLst>
              <a:ext uri="{FF2B5EF4-FFF2-40B4-BE49-F238E27FC236}">
                <a16:creationId xmlns:a16="http://schemas.microsoft.com/office/drawing/2014/main" id="{ED6C8466-2166-46DC-9DFA-488E3210E39E}"/>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38">
            <a:extLst>
              <a:ext uri="{FF2B5EF4-FFF2-40B4-BE49-F238E27FC236}">
                <a16:creationId xmlns:a16="http://schemas.microsoft.com/office/drawing/2014/main" id="{67C17651-1436-4961-97BD-CB9CE2D8B839}"/>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28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976863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963CA1-50BC-3F3C-105E-4493BFAE135E}"/>
              </a:ext>
            </a:extLst>
          </p:cNvPr>
          <p:cNvSpPr>
            <a:spLocks noGrp="1"/>
          </p:cNvSpPr>
          <p:nvPr/>
        </p:nvSpPr>
        <p:spPr>
          <a:xfrm>
            <a:off x="1374303" y="1689642"/>
            <a:ext cx="3197698" cy="1891194"/>
          </a:xfrm>
        </p:spPr>
        <p:txBody>
          <a:bodyPr lIns="54573" tIns="27287" rIns="54573" bIns="27287">
            <a:noAutofit/>
          </a:bodyPr>
          <a:lstStyle/>
          <a:p>
            <a:pPr marL="136433" indent="-136433" algn="l" defTabSz="545732" rtl="0" eaLnBrk="1" latinLnBrk="0" hangingPunct="1">
              <a:spcBef>
                <a:spcPts val="597"/>
              </a:spcBef>
              <a:buFont typeface="Noto Sans SC" panose="020B0604020202020204" pitchFamily="34" charset="0"/>
              <a:buChar char="•"/>
              <a:defRPr sz="1546" kern="1200">
                <a:solidFill>
                  <a:schemeClr val="tx1"/>
                </a:solidFill>
                <a:latin typeface="Noto Sans SC"/>
                <a:ea typeface="Noto Sans SC"/>
                <a:cs typeface="Noto Sans SC"/>
              </a:defRPr>
            </a:pPr>
            <a:r>
              <a:rPr lang="zh-CN" altLang="en-US" sz="1325" kern="1200" dirty="0">
                <a:solidFill>
                  <a:schemeClr val="tx1"/>
                </a:solidFill>
                <a:latin typeface="Noto Sans SC"/>
                <a:ea typeface="Noto Sans SC"/>
                <a:cs typeface="Noto Sans SC"/>
              </a:rPr>
              <a:t>顺序图是交互图的一种，还有一种交互图是通信图</a:t>
            </a:r>
            <a:endParaRPr lang="en-US" altLang="zh-CN" sz="1325" kern="1200" dirty="0">
              <a:solidFill>
                <a:schemeClr val="tx1"/>
              </a:solidFill>
              <a:latin typeface="Noto Sans SC"/>
              <a:ea typeface="Noto Sans SC"/>
              <a:cs typeface="Noto Sans SC"/>
            </a:endParaRPr>
          </a:p>
          <a:p>
            <a:pPr marL="136433" indent="-136433" algn="l" defTabSz="545732" rtl="0" eaLnBrk="1" latinLnBrk="0" hangingPunct="1">
              <a:spcBef>
                <a:spcPts val="597"/>
              </a:spcBef>
              <a:buFont typeface="Noto Sans SC" panose="020B0604020202020204" pitchFamily="34" charset="0"/>
              <a:buChar char="•"/>
              <a:defRPr sz="1546" kern="1200">
                <a:solidFill>
                  <a:schemeClr val="tx1"/>
                </a:solidFill>
                <a:latin typeface="Noto Sans SC"/>
                <a:ea typeface="Noto Sans SC"/>
                <a:cs typeface="Noto Sans SC"/>
              </a:defRPr>
            </a:pPr>
            <a:r>
              <a:rPr lang="zh-CN" altLang="en-US" sz="1325" kern="1200" dirty="0">
                <a:solidFill>
                  <a:schemeClr val="tx1"/>
                </a:solidFill>
                <a:latin typeface="Noto Sans SC"/>
                <a:ea typeface="Noto Sans SC"/>
                <a:cs typeface="Noto Sans SC"/>
              </a:rPr>
              <a:t>顺序图展现了一组对象或角色以及它们之间可能发送的消息</a:t>
            </a:r>
            <a:endParaRPr lang="en-US" altLang="zh-CN" sz="1325" kern="1200" dirty="0">
              <a:solidFill>
                <a:schemeClr val="tx1"/>
              </a:solidFill>
              <a:latin typeface="Noto Sans SC"/>
              <a:ea typeface="Noto Sans SC"/>
              <a:cs typeface="Noto Sans SC"/>
            </a:endParaRPr>
          </a:p>
          <a:p>
            <a:pPr marL="136433" indent="-136433" algn="l" defTabSz="545732" rtl="0" eaLnBrk="1" latinLnBrk="0" hangingPunct="1">
              <a:spcBef>
                <a:spcPts val="597"/>
              </a:spcBef>
              <a:buFont typeface="Noto Sans SC" panose="020B0604020202020204" pitchFamily="34" charset="0"/>
              <a:buChar char="•"/>
              <a:defRPr sz="1546" kern="1200">
                <a:solidFill>
                  <a:schemeClr val="tx1"/>
                </a:solidFill>
                <a:latin typeface="Noto Sans SC"/>
                <a:ea typeface="Noto Sans SC"/>
                <a:cs typeface="Noto Sans SC"/>
              </a:defRPr>
            </a:pPr>
            <a:r>
              <a:rPr lang="zh-CN" altLang="en-US" sz="1325" kern="1200" dirty="0">
                <a:solidFill>
                  <a:schemeClr val="tx1"/>
                </a:solidFill>
                <a:latin typeface="Noto Sans SC"/>
                <a:ea typeface="Noto Sans SC"/>
                <a:cs typeface="Noto Sans SC"/>
              </a:rPr>
              <a:t>顺序图强调消息之间的时间次序</a:t>
            </a:r>
            <a:endParaRPr lang="en-US" altLang="zh-CN" sz="1325" kern="1200" dirty="0">
              <a:solidFill>
                <a:schemeClr val="tx1"/>
              </a:solidFill>
              <a:latin typeface="Noto Sans SC"/>
              <a:ea typeface="Noto Sans SC"/>
              <a:cs typeface="Noto Sans SC"/>
            </a:endParaRPr>
          </a:p>
          <a:p>
            <a:pPr marL="136433" indent="-136433" algn="l" defTabSz="545732" rtl="0" eaLnBrk="1" latinLnBrk="0" hangingPunct="1">
              <a:spcBef>
                <a:spcPts val="597"/>
              </a:spcBef>
              <a:buFont typeface="Noto Sans SC" panose="020B0604020202020204" pitchFamily="34" charset="0"/>
              <a:buChar char="•"/>
              <a:defRPr sz="1546" kern="1200">
                <a:solidFill>
                  <a:schemeClr val="tx1"/>
                </a:solidFill>
                <a:latin typeface="Noto Sans SC"/>
                <a:ea typeface="Noto Sans SC"/>
                <a:cs typeface="Noto Sans SC"/>
              </a:defRPr>
            </a:pPr>
            <a:r>
              <a:rPr lang="zh-CN" altLang="en-US" sz="1325" kern="1200" dirty="0">
                <a:solidFill>
                  <a:schemeClr val="tx1"/>
                </a:solidFill>
                <a:latin typeface="Noto Sans SC"/>
                <a:ea typeface="Noto Sans SC"/>
                <a:cs typeface="Noto Sans SC"/>
              </a:rPr>
              <a:t>典型应用场景：按时间顺序对控制流建模</a:t>
            </a:r>
          </a:p>
        </p:txBody>
      </p:sp>
      <p:pic>
        <p:nvPicPr>
          <p:cNvPr id="12" name="图片 11" descr="图片包含 图示&#10;&#10;AI 生成的内容可能不正确。">
            <a:extLst>
              <a:ext uri="{FF2B5EF4-FFF2-40B4-BE49-F238E27FC236}">
                <a16:creationId xmlns:a16="http://schemas.microsoft.com/office/drawing/2014/main" id="{AF8B667A-E222-D3F3-5218-7C6C446792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2675" y="1076325"/>
            <a:ext cx="2957023" cy="3524250"/>
          </a:xfrm>
          <a:prstGeom prst="rect">
            <a:avLst/>
          </a:prstGeom>
        </p:spPr>
      </p:pic>
      <p:sp>
        <p:nvSpPr>
          <p:cNvPr id="10000" name="frame-139">
            <a:extLst>
              <a:ext uri="{FF2B5EF4-FFF2-40B4-BE49-F238E27FC236}">
                <a16:creationId xmlns:a16="http://schemas.microsoft.com/office/drawing/2014/main" id="{4F63583F-C81E-46F6-B29A-336DECDE7F83}"/>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顺序图</a:t>
            </a:r>
          </a:p>
        </p:txBody>
      </p:sp>
      <p:sp>
        <p:nvSpPr>
          <p:cNvPr id="10001" name="frame-140">
            <a:extLst>
              <a:ext uri="{FF2B5EF4-FFF2-40B4-BE49-F238E27FC236}">
                <a16:creationId xmlns:a16="http://schemas.microsoft.com/office/drawing/2014/main" id="{05DFC4BD-9526-4A67-AA46-FAC6829A95C5}"/>
              </a:ext>
            </a:extLst>
          </p:cNvPr>
          <p:cNvSpPr>
            <a:spLocks noGrp="1"/>
          </p:cNvSpPr>
          <p:nvPr/>
        </p:nvSpPr>
        <p:spPr>
          <a:xfrm>
            <a:off x="476250" y="904875"/>
            <a:ext cx="8191500" cy="7620"/>
          </a:xfrm>
          <a:prstGeom prst="rect">
            <a:avLst/>
          </a:prstGeom>
          <a:solidFill>
            <a:srgbClr val="D9D4CA"/>
          </a:solidFill>
          <a:ln w="0">
            <a:noFill/>
          </a:ln>
        </p:spPr>
      </p:sp>
      <p:sp>
        <p:nvSpPr>
          <p:cNvPr id="10002" name="frame-141">
            <a:extLst>
              <a:ext uri="{FF2B5EF4-FFF2-40B4-BE49-F238E27FC236}">
                <a16:creationId xmlns:a16="http://schemas.microsoft.com/office/drawing/2014/main" id="{D9ADC01D-B714-47B8-843F-C67BF4ABEC44}"/>
              </a:ext>
            </a:extLst>
          </p:cNvPr>
          <p:cNvSpPr>
            <a:spLocks noGrp="1"/>
          </p:cNvSpPr>
          <p:nvPr/>
        </p:nvSpPr>
        <p:spPr>
          <a:xfrm>
            <a:off x="476250" y="4762500"/>
            <a:ext cx="8191500" cy="7620"/>
          </a:xfrm>
          <a:prstGeom prst="rect">
            <a:avLst/>
          </a:prstGeom>
          <a:solidFill>
            <a:srgbClr val="D9D4CA"/>
          </a:solidFill>
          <a:ln w="0">
            <a:noFill/>
          </a:ln>
        </p:spPr>
      </p:sp>
      <p:sp>
        <p:nvSpPr>
          <p:cNvPr id="10003" name="frame-142">
            <a:extLst>
              <a:ext uri="{FF2B5EF4-FFF2-40B4-BE49-F238E27FC236}">
                <a16:creationId xmlns:a16="http://schemas.microsoft.com/office/drawing/2014/main" id="{E66AEC2B-9490-44D9-A05A-3CAA3813CAE6}"/>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43">
            <a:extLst>
              <a:ext uri="{FF2B5EF4-FFF2-40B4-BE49-F238E27FC236}">
                <a16:creationId xmlns:a16="http://schemas.microsoft.com/office/drawing/2014/main" id="{BCF946FF-6DDF-4462-8BE7-1F0022B7273F}"/>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29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791286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A292B23F-970B-13A7-30D9-282CD36BA996}"/>
              </a:ext>
            </a:extLst>
          </p:cNvPr>
          <p:cNvSpPr>
            <a:spLocks noGrp="1"/>
          </p:cNvSpPr>
          <p:nvPr/>
        </p:nvSpPr>
        <p:spPr>
          <a:xfrm>
            <a:off x="812411" y="1076325"/>
            <a:ext cx="7519178" cy="1060149"/>
          </a:xfrm>
        </p:spPr>
        <p:txBody>
          <a:bodyPr lIns="62583" tIns="31291" rIns="62583" bIns="31291">
            <a:noAutofit/>
          </a:bodyPr>
          <a:lstStyle/>
          <a:p>
            <a:pPr marL="156457" indent="-156457" algn="l" defTabSz="625828" rtl="0" eaLnBrk="1" latinLnBrk="0" hangingPunct="1">
              <a:buFont typeface="Noto Sans SC" panose="020B0604020202020204" pitchFamily="34" charset="0"/>
              <a:buChar char="•"/>
              <a:defRPr sz="1916" kern="1200">
                <a:solidFill>
                  <a:schemeClr val="tx1"/>
                </a:solidFill>
                <a:latin typeface="Noto Sans SC"/>
                <a:ea typeface="Noto Sans SC"/>
                <a:cs typeface="Noto Sans SC"/>
              </a:defRPr>
            </a:pPr>
            <a:r>
              <a:rPr lang="zh-CN" altLang="en-US" sz="1643" kern="1200" dirty="0">
                <a:solidFill>
                  <a:schemeClr val="tx1"/>
                </a:solidFill>
                <a:latin typeface="Noto Sans SC"/>
                <a:ea typeface="Noto Sans SC"/>
                <a:cs typeface="Noto Sans SC"/>
              </a:rPr>
              <a:t>活动图本质上是流程图，展现跨越对象之间，从活动到活动的控制流，除了顺序、选择和循环外，活动图还可以展示并发和控制分支</a:t>
            </a:r>
            <a:endParaRPr lang="en-US" altLang="zh-CN" sz="1643" kern="1200" dirty="0">
              <a:solidFill>
                <a:schemeClr val="tx1"/>
              </a:solidFill>
              <a:latin typeface="Noto Sans SC"/>
              <a:ea typeface="Noto Sans SC"/>
              <a:cs typeface="Noto Sans SC"/>
            </a:endParaRPr>
          </a:p>
          <a:p>
            <a:pPr marL="156457" indent="-156457" algn="l" defTabSz="625828" rtl="0" eaLnBrk="1" latinLnBrk="0" hangingPunct="1">
              <a:buFont typeface="Noto Sans SC" panose="020B0604020202020204" pitchFamily="34" charset="0"/>
              <a:buChar char="•"/>
              <a:defRPr sz="1916" kern="1200">
                <a:solidFill>
                  <a:schemeClr val="tx1"/>
                </a:solidFill>
                <a:latin typeface="Noto Sans SC"/>
                <a:ea typeface="Noto Sans SC"/>
                <a:cs typeface="Noto Sans SC"/>
              </a:defRPr>
            </a:pPr>
            <a:r>
              <a:rPr lang="zh-CN" altLang="en-US" sz="1643" kern="1200" dirty="0">
                <a:solidFill>
                  <a:schemeClr val="tx1"/>
                </a:solidFill>
                <a:latin typeface="Noto Sans SC"/>
                <a:ea typeface="Noto Sans SC"/>
                <a:cs typeface="Noto Sans SC"/>
              </a:rPr>
              <a:t>典型应用场景</a:t>
            </a:r>
            <a:r>
              <a:rPr lang="en-US" altLang="zh-CN" sz="1643" kern="1200" dirty="0">
                <a:solidFill>
                  <a:schemeClr val="tx1"/>
                </a:solidFill>
                <a:latin typeface="Noto Sans SC"/>
                <a:ea typeface="Noto Sans SC"/>
                <a:cs typeface="Noto Sans SC"/>
              </a:rPr>
              <a:t>: </a:t>
            </a:r>
            <a:r>
              <a:rPr lang="zh-CN" altLang="en-US" sz="1643" kern="1200" dirty="0">
                <a:solidFill>
                  <a:schemeClr val="tx1"/>
                </a:solidFill>
                <a:latin typeface="Noto Sans SC"/>
                <a:ea typeface="Noto Sans SC"/>
                <a:cs typeface="Noto Sans SC"/>
              </a:rPr>
              <a:t>工作流建模，操作建模</a:t>
            </a:r>
          </a:p>
        </p:txBody>
      </p:sp>
      <p:pic>
        <p:nvPicPr>
          <p:cNvPr id="9" name="图片 8" descr="图片包含 图示&#10;&#10;AI 生成的内容可能不正确。">
            <a:extLst>
              <a:ext uri="{FF2B5EF4-FFF2-40B4-BE49-F238E27FC236}">
                <a16:creationId xmlns:a16="http://schemas.microsoft.com/office/drawing/2014/main" id="{6D369CE9-567A-E5A6-D34B-F95057197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2262" y="1893682"/>
            <a:ext cx="4459474" cy="2589372"/>
          </a:xfrm>
          <a:prstGeom prst="rect">
            <a:avLst/>
          </a:prstGeom>
        </p:spPr>
      </p:pic>
      <p:sp>
        <p:nvSpPr>
          <p:cNvPr id="11" name="文本框 10">
            <a:extLst>
              <a:ext uri="{FF2B5EF4-FFF2-40B4-BE49-F238E27FC236}">
                <a16:creationId xmlns:a16="http://schemas.microsoft.com/office/drawing/2014/main" id="{60C960BF-E9C2-7B78-10A3-D421EE428FCB}"/>
              </a:ext>
            </a:extLst>
          </p:cNvPr>
          <p:cNvSpPr txBox="1"/>
          <p:nvPr/>
        </p:nvSpPr>
        <p:spPr>
          <a:xfrm>
            <a:off x="3532752" y="4551634"/>
            <a:ext cx="2078495" cy="252776"/>
          </a:xfrm>
          <a:prstGeom prst="rect">
            <a:avLst/>
          </a:prstGeom>
          <a:noFill/>
        </p:spPr>
        <p:txBody>
          <a:bodyPr wrap="square" lIns="0" tIns="0" rIns="0" bIns="0">
            <a:noAutofit/>
          </a:bodyPr>
          <a:lstStyle/>
          <a:p>
            <a:pPr marL="0" algn="ctr" defTabSz="625828" rtl="0" eaLnBrk="1" latinLnBrk="0" hangingPunct="1">
              <a:defRPr sz="1125" b="0" kern="1200">
                <a:solidFill>
                  <a:srgbClr val="666666"/>
                </a:solidFill>
                <a:latin typeface="Noto Sans SC"/>
                <a:ea typeface="Noto Sans SC"/>
                <a:cs typeface="Noto Sans SC"/>
              </a:defRPr>
            </a:pPr>
            <a:r>
              <a:rPr lang="zh-CN" altLang="en-US" sz="1125" b="0" kern="1200" dirty="0">
                <a:solidFill>
                  <a:srgbClr val="666666"/>
                </a:solidFill>
                <a:latin typeface="Noto Sans SC"/>
                <a:ea typeface="Noto Sans SC"/>
                <a:cs typeface="Noto Sans SC"/>
              </a:rPr>
              <a:t>业务层面的工作流建模示例</a:t>
            </a:r>
          </a:p>
        </p:txBody>
      </p:sp>
      <p:sp>
        <p:nvSpPr>
          <p:cNvPr id="10000" name="frame-144">
            <a:extLst>
              <a:ext uri="{FF2B5EF4-FFF2-40B4-BE49-F238E27FC236}">
                <a16:creationId xmlns:a16="http://schemas.microsoft.com/office/drawing/2014/main" id="{410B3200-5147-4595-8418-5EB4E0AE9FC1}"/>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活动图</a:t>
            </a:r>
          </a:p>
        </p:txBody>
      </p:sp>
      <p:sp>
        <p:nvSpPr>
          <p:cNvPr id="10001" name="frame-145">
            <a:extLst>
              <a:ext uri="{FF2B5EF4-FFF2-40B4-BE49-F238E27FC236}">
                <a16:creationId xmlns:a16="http://schemas.microsoft.com/office/drawing/2014/main" id="{B7DDCB4B-29D4-444E-AFD0-95EAB49BD6E1}"/>
              </a:ext>
            </a:extLst>
          </p:cNvPr>
          <p:cNvSpPr>
            <a:spLocks noGrp="1"/>
          </p:cNvSpPr>
          <p:nvPr/>
        </p:nvSpPr>
        <p:spPr>
          <a:xfrm>
            <a:off x="476250" y="904875"/>
            <a:ext cx="8191500" cy="7620"/>
          </a:xfrm>
          <a:prstGeom prst="rect">
            <a:avLst/>
          </a:prstGeom>
          <a:solidFill>
            <a:srgbClr val="D9D4CA"/>
          </a:solidFill>
          <a:ln w="0">
            <a:noFill/>
          </a:ln>
        </p:spPr>
      </p:sp>
      <p:sp>
        <p:nvSpPr>
          <p:cNvPr id="10002" name="frame-146">
            <a:extLst>
              <a:ext uri="{FF2B5EF4-FFF2-40B4-BE49-F238E27FC236}">
                <a16:creationId xmlns:a16="http://schemas.microsoft.com/office/drawing/2014/main" id="{CC4AC2A7-2FAF-4479-9FB2-C61101F050D9}"/>
              </a:ext>
            </a:extLst>
          </p:cNvPr>
          <p:cNvSpPr>
            <a:spLocks noGrp="1"/>
          </p:cNvSpPr>
          <p:nvPr/>
        </p:nvSpPr>
        <p:spPr>
          <a:xfrm>
            <a:off x="476250" y="4762500"/>
            <a:ext cx="8191500" cy="7620"/>
          </a:xfrm>
          <a:prstGeom prst="rect">
            <a:avLst/>
          </a:prstGeom>
          <a:solidFill>
            <a:srgbClr val="D9D4CA"/>
          </a:solidFill>
          <a:ln w="0">
            <a:noFill/>
          </a:ln>
        </p:spPr>
      </p:sp>
      <p:sp>
        <p:nvSpPr>
          <p:cNvPr id="10003" name="frame-147">
            <a:extLst>
              <a:ext uri="{FF2B5EF4-FFF2-40B4-BE49-F238E27FC236}">
                <a16:creationId xmlns:a16="http://schemas.microsoft.com/office/drawing/2014/main" id="{90B22DE7-4238-4B34-B93E-AE08F026F797}"/>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48">
            <a:extLst>
              <a:ext uri="{FF2B5EF4-FFF2-40B4-BE49-F238E27FC236}">
                <a16:creationId xmlns:a16="http://schemas.microsoft.com/office/drawing/2014/main" id="{E753DA4B-661B-4413-8E39-8A349E2D60EC}"/>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30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2356526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7" name="内容占位符 2">
            <a:extLst>
              <a:ext uri="{FF2B5EF4-FFF2-40B4-BE49-F238E27FC236}">
                <a16:creationId xmlns:a16="http://schemas.microsoft.com/office/drawing/2014/main" id="{21CE69A5-B131-39C0-22D7-F0DB7962A210}"/>
              </a:ext>
            </a:extLst>
          </p:cNvPr>
          <p:cNvSpPr>
            <a:spLocks noGrp="1"/>
          </p:cNvSpPr>
          <p:nvPr/>
        </p:nvSpPr>
        <p:spPr>
          <a:xfrm>
            <a:off x="689942" y="1076325"/>
            <a:ext cx="7926712" cy="1365758"/>
          </a:xfrm>
        </p:spPr>
        <p:txBody>
          <a:bodyPr lIns="66079" tIns="33040" rIns="66079" bIns="33040">
            <a:noAutofit/>
          </a:bodyPr>
          <a:lstStyle/>
          <a:p>
            <a:pPr marL="165198" indent="-165198" algn="l" defTabSz="660791" rtl="0" eaLnBrk="1" latinLnBrk="0" hangingPunct="1">
              <a:buFont typeface="Noto Sans SC" panose="020B0604020202020204" pitchFamily="34" charset="0"/>
              <a:buChar char="•"/>
              <a:defRPr sz="2023" kern="1200">
                <a:solidFill>
                  <a:schemeClr val="tx1"/>
                </a:solidFill>
                <a:latin typeface="Noto Sans SC"/>
                <a:ea typeface="Noto Sans SC"/>
                <a:cs typeface="Noto Sans SC"/>
              </a:defRPr>
            </a:pPr>
            <a:r>
              <a:rPr lang="zh-CN" altLang="en-US" sz="1734" kern="1200" dirty="0">
                <a:solidFill>
                  <a:schemeClr val="tx1"/>
                </a:solidFill>
                <a:latin typeface="Noto Sans SC"/>
                <a:ea typeface="Noto Sans SC"/>
                <a:cs typeface="Noto Sans SC"/>
              </a:rPr>
              <a:t>状态机图展现了一个对象内部从状态到状态的控制流</a:t>
            </a:r>
            <a:endParaRPr lang="en-US" altLang="zh-CN" sz="1734" kern="1200" dirty="0">
              <a:solidFill>
                <a:schemeClr val="tx1"/>
              </a:solidFill>
              <a:latin typeface="Noto Sans SC"/>
              <a:ea typeface="Noto Sans SC"/>
              <a:cs typeface="Noto Sans SC"/>
            </a:endParaRPr>
          </a:p>
          <a:p>
            <a:pPr marL="165198" indent="-165198" algn="l" defTabSz="660791" rtl="0" eaLnBrk="1" latinLnBrk="0" hangingPunct="1">
              <a:buFont typeface="Noto Sans SC" panose="020B0604020202020204" pitchFamily="34" charset="0"/>
              <a:buChar char="•"/>
              <a:defRPr sz="2023" kern="1200">
                <a:solidFill>
                  <a:schemeClr val="tx1"/>
                </a:solidFill>
                <a:latin typeface="Noto Sans SC"/>
                <a:ea typeface="Noto Sans SC"/>
                <a:cs typeface="Noto Sans SC"/>
              </a:defRPr>
            </a:pPr>
            <a:r>
              <a:rPr lang="zh-CN" altLang="en-US" sz="1734" kern="1200" dirty="0">
                <a:solidFill>
                  <a:schemeClr val="tx1"/>
                </a:solidFill>
                <a:latin typeface="Noto Sans SC"/>
                <a:ea typeface="Noto Sans SC"/>
                <a:cs typeface="Noto Sans SC"/>
              </a:rPr>
              <a:t>状态机图是对一个对象内部的状态变换情况的建模，尤其是对来自外部的事件做出的反映</a:t>
            </a:r>
            <a:endParaRPr lang="en-US" altLang="zh-CN" sz="1734" kern="1200" dirty="0">
              <a:solidFill>
                <a:schemeClr val="tx1"/>
              </a:solidFill>
              <a:latin typeface="Noto Sans SC"/>
              <a:ea typeface="Noto Sans SC"/>
              <a:cs typeface="Noto Sans SC"/>
            </a:endParaRPr>
          </a:p>
          <a:p>
            <a:pPr marL="165198" indent="-165198" algn="l" defTabSz="660791" rtl="0" eaLnBrk="1" latinLnBrk="0" hangingPunct="1">
              <a:buFont typeface="Noto Sans SC" panose="020B0604020202020204" pitchFamily="34" charset="0"/>
              <a:buChar char="•"/>
              <a:defRPr sz="2023" kern="1200">
                <a:solidFill>
                  <a:schemeClr val="tx1"/>
                </a:solidFill>
                <a:latin typeface="Noto Sans SC"/>
                <a:ea typeface="Noto Sans SC"/>
                <a:cs typeface="Noto Sans SC"/>
              </a:defRPr>
            </a:pPr>
            <a:r>
              <a:rPr lang="zh-CN" altLang="en-US" sz="1734" kern="1200" dirty="0">
                <a:solidFill>
                  <a:schemeClr val="tx1"/>
                </a:solidFill>
                <a:latin typeface="Noto Sans SC"/>
                <a:ea typeface="Noto Sans SC"/>
                <a:cs typeface="Noto Sans SC"/>
              </a:rPr>
              <a:t>典型应用场景</a:t>
            </a:r>
            <a:r>
              <a:rPr lang="en-US" altLang="zh-CN" sz="1734" kern="1200" dirty="0">
                <a:solidFill>
                  <a:schemeClr val="tx1"/>
                </a:solidFill>
                <a:latin typeface="Noto Sans SC"/>
                <a:ea typeface="Noto Sans SC"/>
                <a:cs typeface="Noto Sans SC"/>
              </a:rPr>
              <a:t>: </a:t>
            </a:r>
            <a:r>
              <a:rPr lang="zh-CN" altLang="en-US" sz="1734" kern="1200" dirty="0">
                <a:solidFill>
                  <a:schemeClr val="tx1"/>
                </a:solidFill>
                <a:latin typeface="Noto Sans SC"/>
                <a:ea typeface="Noto Sans SC"/>
                <a:cs typeface="Noto Sans SC"/>
              </a:rPr>
              <a:t>对反应型对象建模</a:t>
            </a:r>
          </a:p>
        </p:txBody>
      </p:sp>
      <p:pic>
        <p:nvPicPr>
          <p:cNvPr id="18" name="图片 17">
            <a:extLst>
              <a:ext uri="{FF2B5EF4-FFF2-40B4-BE49-F238E27FC236}">
                <a16:creationId xmlns:a16="http://schemas.microsoft.com/office/drawing/2014/main" id="{B3D9FC55-B1F6-2BDC-3DCB-69952BB714C9}"/>
              </a:ext>
            </a:extLst>
          </p:cNvPr>
          <p:cNvPicPr>
            <a:picLocks noChangeAspect="1"/>
          </p:cNvPicPr>
          <p:nvPr/>
        </p:nvPicPr>
        <p:blipFill>
          <a:blip r:embed="rId2"/>
          <a:stretch>
            <a:fillRect/>
          </a:stretch>
        </p:blipFill>
        <p:spPr>
          <a:xfrm>
            <a:off x="476250" y="2709735"/>
            <a:ext cx="4058125" cy="1216830"/>
          </a:xfrm>
          <a:prstGeom prst="rect">
            <a:avLst/>
          </a:prstGeom>
          <a:ln>
            <a:solidFill>
              <a:schemeClr val="tx1">
                <a:lumMod val="50000"/>
                <a:lumOff val="50000"/>
              </a:schemeClr>
            </a:solidFill>
          </a:ln>
        </p:spPr>
      </p:pic>
      <p:pic>
        <p:nvPicPr>
          <p:cNvPr id="20" name="图片 19">
            <a:extLst>
              <a:ext uri="{FF2B5EF4-FFF2-40B4-BE49-F238E27FC236}">
                <a16:creationId xmlns:a16="http://schemas.microsoft.com/office/drawing/2014/main" id="{E1A20824-7296-EF9C-1DCB-14572F2E5B52}"/>
              </a:ext>
            </a:extLst>
          </p:cNvPr>
          <p:cNvPicPr>
            <a:picLocks noChangeAspect="1"/>
          </p:cNvPicPr>
          <p:nvPr/>
        </p:nvPicPr>
        <p:blipFill>
          <a:blip r:embed="rId3"/>
          <a:stretch>
            <a:fillRect/>
          </a:stretch>
        </p:blipFill>
        <p:spPr>
          <a:xfrm>
            <a:off x="4697435" y="2518117"/>
            <a:ext cx="3970315" cy="1408448"/>
          </a:xfrm>
          <a:prstGeom prst="rect">
            <a:avLst/>
          </a:prstGeom>
          <a:ln>
            <a:solidFill>
              <a:schemeClr val="tx1">
                <a:lumMod val="50000"/>
                <a:lumOff val="50000"/>
              </a:schemeClr>
            </a:solidFill>
          </a:ln>
        </p:spPr>
      </p:pic>
      <p:sp>
        <p:nvSpPr>
          <p:cNvPr id="21" name="矩形 20">
            <a:extLst>
              <a:ext uri="{FF2B5EF4-FFF2-40B4-BE49-F238E27FC236}">
                <a16:creationId xmlns:a16="http://schemas.microsoft.com/office/drawing/2014/main" id="{01E7DC3E-E998-968F-BEFE-A84B4BA4D8AA}"/>
              </a:ext>
            </a:extLst>
          </p:cNvPr>
          <p:cNvSpPr/>
          <p:nvPr/>
        </p:nvSpPr>
        <p:spPr>
          <a:xfrm>
            <a:off x="1846071" y="3414297"/>
            <a:ext cx="886661" cy="5500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66079" tIns="33040" rIns="66079" bIns="33040" rtlCol="0" anchor="ctr">
            <a:noAutofit/>
          </a:bodyPr>
          <a:lstStyle/>
          <a:p>
            <a:pPr marL="0" algn="ctr" defTabSz="660791" rtl="0" eaLnBrk="1" latinLnBrk="0" hangingPunct="1">
              <a:defRPr sz="1301" kern="1200">
                <a:solidFill>
                  <a:schemeClr val="tx1"/>
                </a:solidFill>
                <a:latin typeface="Noto Sans SC"/>
                <a:ea typeface="Noto Sans SC"/>
                <a:cs typeface="Noto Sans SC"/>
              </a:defRPr>
            </a:pPr>
            <a:endParaRPr lang="zh-CN" altLang="en-US" sz="1301" kern="1200">
              <a:solidFill>
                <a:schemeClr val="tx1"/>
              </a:solidFill>
              <a:latin typeface="Noto Sans SC"/>
              <a:ea typeface="Noto Sans SC"/>
              <a:cs typeface="Noto Sans SC"/>
            </a:endParaRPr>
          </a:p>
        </p:txBody>
      </p:sp>
      <p:sp>
        <p:nvSpPr>
          <p:cNvPr id="24" name="文本框 23">
            <a:extLst>
              <a:ext uri="{FF2B5EF4-FFF2-40B4-BE49-F238E27FC236}">
                <a16:creationId xmlns:a16="http://schemas.microsoft.com/office/drawing/2014/main" id="{EA2CB59F-4336-7643-75D4-D3A119B99132}"/>
              </a:ext>
            </a:extLst>
          </p:cNvPr>
          <p:cNvSpPr txBox="1"/>
          <p:nvPr/>
        </p:nvSpPr>
        <p:spPr>
          <a:xfrm>
            <a:off x="1790975" y="4110909"/>
            <a:ext cx="996851" cy="244656"/>
          </a:xfrm>
          <a:prstGeom prst="rect">
            <a:avLst/>
          </a:prstGeom>
          <a:noFill/>
        </p:spPr>
        <p:txBody>
          <a:bodyPr wrap="square" lIns="0" tIns="0" rIns="0" bIns="0">
            <a:noAutofit/>
          </a:bodyPr>
          <a:lstStyle/>
          <a:p>
            <a:pPr marL="0" algn="ctr" defTabSz="660791" rtl="0" eaLnBrk="1" latinLnBrk="0" hangingPunct="1">
              <a:defRPr sz="1125" b="0" kern="1200">
                <a:solidFill>
                  <a:srgbClr val="666666"/>
                </a:solidFill>
                <a:latin typeface="Noto Sans SC"/>
                <a:ea typeface="Noto Sans SC"/>
                <a:cs typeface="Noto Sans SC"/>
              </a:defRPr>
            </a:pPr>
            <a:r>
              <a:rPr lang="en-US" altLang="zh-CN" sz="1125" b="0" kern="1200" dirty="0">
                <a:solidFill>
                  <a:srgbClr val="666666"/>
                </a:solidFill>
                <a:latin typeface="Noto Sans SC"/>
                <a:ea typeface="Noto Sans SC"/>
                <a:cs typeface="Noto Sans SC"/>
              </a:rPr>
              <a:t>ATM</a:t>
            </a:r>
            <a:r>
              <a:rPr lang="zh-CN" altLang="en-US" sz="1125" b="0" kern="1200" dirty="0">
                <a:solidFill>
                  <a:srgbClr val="666666"/>
                </a:solidFill>
                <a:latin typeface="Noto Sans SC"/>
                <a:ea typeface="Noto Sans SC"/>
                <a:cs typeface="Noto Sans SC"/>
              </a:rPr>
              <a:t>状态机</a:t>
            </a:r>
          </a:p>
        </p:txBody>
      </p:sp>
      <p:sp>
        <p:nvSpPr>
          <p:cNvPr id="25" name="文本框 24">
            <a:extLst>
              <a:ext uri="{FF2B5EF4-FFF2-40B4-BE49-F238E27FC236}">
                <a16:creationId xmlns:a16="http://schemas.microsoft.com/office/drawing/2014/main" id="{97E1B717-4A7C-C759-1769-E7DAB006B3A1}"/>
              </a:ext>
            </a:extLst>
          </p:cNvPr>
          <p:cNvSpPr txBox="1"/>
          <p:nvPr/>
        </p:nvSpPr>
        <p:spPr>
          <a:xfrm>
            <a:off x="5378101" y="4117977"/>
            <a:ext cx="2877904" cy="244656"/>
          </a:xfrm>
          <a:prstGeom prst="rect">
            <a:avLst/>
          </a:prstGeom>
          <a:noFill/>
        </p:spPr>
        <p:txBody>
          <a:bodyPr wrap="square" lIns="0" tIns="0" rIns="0" bIns="0">
            <a:noAutofit/>
          </a:bodyPr>
          <a:lstStyle/>
          <a:p>
            <a:pPr marL="0" algn="ctr" defTabSz="660791" rtl="0" eaLnBrk="1" latinLnBrk="0" hangingPunct="1">
              <a:defRPr sz="1125" b="0" kern="1200">
                <a:solidFill>
                  <a:srgbClr val="666666"/>
                </a:solidFill>
                <a:latin typeface="Noto Sans SC"/>
                <a:ea typeface="Noto Sans SC"/>
                <a:cs typeface="Noto Sans SC"/>
              </a:defRPr>
            </a:pPr>
            <a:r>
              <a:rPr lang="en-US" altLang="zh-CN" sz="1125" b="0" kern="1200" dirty="0">
                <a:solidFill>
                  <a:srgbClr val="666666"/>
                </a:solidFill>
                <a:latin typeface="Noto Sans SC"/>
                <a:ea typeface="Noto Sans SC"/>
                <a:cs typeface="Noto Sans SC"/>
              </a:rPr>
              <a:t>ATM</a:t>
            </a:r>
            <a:r>
              <a:rPr lang="zh-CN" altLang="en-US" sz="1125" b="0" kern="1200" dirty="0">
                <a:solidFill>
                  <a:srgbClr val="666666"/>
                </a:solidFill>
                <a:latin typeface="Noto Sans SC"/>
                <a:ea typeface="Noto Sans SC"/>
                <a:cs typeface="Noto Sans SC"/>
              </a:rPr>
              <a:t>状态机中</a:t>
            </a:r>
            <a:r>
              <a:rPr lang="en-US" altLang="zh-CN" sz="1125" b="0" kern="1200" dirty="0">
                <a:solidFill>
                  <a:srgbClr val="666666"/>
                </a:solidFill>
                <a:latin typeface="Noto Sans SC"/>
                <a:ea typeface="Noto Sans SC"/>
                <a:cs typeface="Noto Sans SC"/>
              </a:rPr>
              <a:t>Operation</a:t>
            </a:r>
            <a:r>
              <a:rPr lang="zh-CN" altLang="en-US" sz="1125" b="0" kern="1200" dirty="0">
                <a:solidFill>
                  <a:srgbClr val="666666"/>
                </a:solidFill>
                <a:latin typeface="Noto Sans SC"/>
                <a:ea typeface="Noto Sans SC"/>
                <a:cs typeface="Noto Sans SC"/>
              </a:rPr>
              <a:t>状态的状态机</a:t>
            </a:r>
          </a:p>
        </p:txBody>
      </p:sp>
      <p:cxnSp>
        <p:nvCxnSpPr>
          <p:cNvPr id="27" name="直接箭头连接符 26">
            <a:extLst>
              <a:ext uri="{FF2B5EF4-FFF2-40B4-BE49-F238E27FC236}">
                <a16:creationId xmlns:a16="http://schemas.microsoft.com/office/drawing/2014/main" id="{52E6BA05-890F-A709-FCB2-B0EE830ABD25}"/>
              </a:ext>
            </a:extLst>
          </p:cNvPr>
          <p:cNvCxnSpPr>
            <a:cxnSpLocks/>
            <a:stCxn id="21" idx="2"/>
            <a:endCxn id="25" idx="1"/>
          </p:cNvCxnSpPr>
          <p:nvPr/>
        </p:nvCxnSpPr>
        <p:spPr>
          <a:xfrm>
            <a:off x="2289401" y="3964297"/>
            <a:ext cx="3088699" cy="2760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000" name="frame-149">
            <a:extLst>
              <a:ext uri="{FF2B5EF4-FFF2-40B4-BE49-F238E27FC236}">
                <a16:creationId xmlns:a16="http://schemas.microsoft.com/office/drawing/2014/main" id="{716CFEF6-1CFA-4759-B452-37B232DC4F33}"/>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状态机图</a:t>
            </a:r>
          </a:p>
        </p:txBody>
      </p:sp>
      <p:sp>
        <p:nvSpPr>
          <p:cNvPr id="10001" name="frame-150">
            <a:extLst>
              <a:ext uri="{FF2B5EF4-FFF2-40B4-BE49-F238E27FC236}">
                <a16:creationId xmlns:a16="http://schemas.microsoft.com/office/drawing/2014/main" id="{9E8CC0D0-CE12-4CC8-99D9-6EC75F77EC0B}"/>
              </a:ext>
            </a:extLst>
          </p:cNvPr>
          <p:cNvSpPr>
            <a:spLocks noGrp="1"/>
          </p:cNvSpPr>
          <p:nvPr/>
        </p:nvSpPr>
        <p:spPr>
          <a:xfrm>
            <a:off x="476250" y="904875"/>
            <a:ext cx="8191500" cy="7620"/>
          </a:xfrm>
          <a:prstGeom prst="rect">
            <a:avLst/>
          </a:prstGeom>
          <a:solidFill>
            <a:srgbClr val="D9D4CA"/>
          </a:solidFill>
          <a:ln w="0">
            <a:noFill/>
          </a:ln>
        </p:spPr>
      </p:sp>
      <p:sp>
        <p:nvSpPr>
          <p:cNvPr id="10002" name="frame-151">
            <a:extLst>
              <a:ext uri="{FF2B5EF4-FFF2-40B4-BE49-F238E27FC236}">
                <a16:creationId xmlns:a16="http://schemas.microsoft.com/office/drawing/2014/main" id="{1CA54B3D-BD11-4070-8534-4C89812E2148}"/>
              </a:ext>
            </a:extLst>
          </p:cNvPr>
          <p:cNvSpPr>
            <a:spLocks noGrp="1"/>
          </p:cNvSpPr>
          <p:nvPr/>
        </p:nvSpPr>
        <p:spPr>
          <a:xfrm>
            <a:off x="476250" y="4762500"/>
            <a:ext cx="8191500" cy="7620"/>
          </a:xfrm>
          <a:prstGeom prst="rect">
            <a:avLst/>
          </a:prstGeom>
          <a:solidFill>
            <a:srgbClr val="D9D4CA"/>
          </a:solidFill>
          <a:ln w="0">
            <a:noFill/>
          </a:ln>
        </p:spPr>
      </p:sp>
      <p:sp>
        <p:nvSpPr>
          <p:cNvPr id="10003" name="frame-152">
            <a:extLst>
              <a:ext uri="{FF2B5EF4-FFF2-40B4-BE49-F238E27FC236}">
                <a16:creationId xmlns:a16="http://schemas.microsoft.com/office/drawing/2014/main" id="{3C08F3B7-4BC1-4C8F-96D9-B5F734728913}"/>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53">
            <a:extLst>
              <a:ext uri="{FF2B5EF4-FFF2-40B4-BE49-F238E27FC236}">
                <a16:creationId xmlns:a16="http://schemas.microsoft.com/office/drawing/2014/main" id="{8C3DD051-F42C-45B5-9D8F-599B0D1A7B53}"/>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31 / 38</a:t>
            </a:r>
          </a:p>
        </p:txBody>
      </p:sp>
      <p:pic>
        <p:nvPicPr>
          <p:cNvPr id="10005" name="Picture 10004"/>
          <p:cNvPicPr>
            <a:picLocks noChangeAspect="1"/>
          </p:cNvPicPr>
          <p:nvPr/>
        </p:nvPicPr>
        <p:blipFill>
          <a:blip r:embed="rId4"/>
          <a:stretch/>
        </p:blipFill>
        <p:spPr>
          <a:xfrm>
            <a:off x="7496175" y="347601"/>
            <a:ext cx="1171575" cy="219198"/>
          </a:xfrm>
          <a:prstGeom prst="rect">
            <a:avLst/>
          </a:prstGeom>
        </p:spPr>
      </p:pic>
    </p:spTree>
    <p:extLst>
      <p:ext uri="{BB962C8B-B14F-4D97-AF65-F5344CB8AC3E}">
        <p14:creationId xmlns:p14="http://schemas.microsoft.com/office/powerpoint/2010/main" val="3476686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0FAC365B-4BE6-4762-7E11-28F4B0B9972D}"/>
              </a:ext>
            </a:extLst>
          </p:cNvPr>
          <p:cNvPicPr>
            <a:picLocks noGrp="1" noChangeAspect="1"/>
          </p:cNvPicPr>
          <p:nvPr>
            <p:ph idx="1"/>
          </p:nvPr>
        </p:nvPicPr>
        <p:blipFill>
          <a:blip r:embed="rId2"/>
          <a:stretch>
            <a:fillRect/>
          </a:stretch>
        </p:blipFill>
        <p:spPr>
          <a:xfrm>
            <a:off x="476250" y="1076325"/>
            <a:ext cx="4499315" cy="3159491"/>
          </a:xfrm>
          <a:prstGeom prst="rect">
            <a:avLst/>
          </a:prstGeom>
          <a:ln>
            <a:solidFill>
              <a:schemeClr val="tx1">
                <a:lumMod val="50000"/>
                <a:lumOff val="50000"/>
              </a:schemeClr>
            </a:solidFill>
          </a:ln>
        </p:spPr>
      </p:pic>
      <p:pic>
        <p:nvPicPr>
          <p:cNvPr id="10" name="图片 9">
            <a:extLst>
              <a:ext uri="{FF2B5EF4-FFF2-40B4-BE49-F238E27FC236}">
                <a16:creationId xmlns:a16="http://schemas.microsoft.com/office/drawing/2014/main" id="{CED146E3-7E3E-7E27-B9F9-B3028C76586F}"/>
              </a:ext>
            </a:extLst>
          </p:cNvPr>
          <p:cNvPicPr>
            <a:picLocks noChangeAspect="1"/>
          </p:cNvPicPr>
          <p:nvPr/>
        </p:nvPicPr>
        <p:blipFill>
          <a:blip r:embed="rId3"/>
          <a:stretch>
            <a:fillRect/>
          </a:stretch>
        </p:blipFill>
        <p:spPr>
          <a:xfrm>
            <a:off x="5079298" y="1076325"/>
            <a:ext cx="3579984" cy="1073459"/>
          </a:xfrm>
          <a:prstGeom prst="rect">
            <a:avLst/>
          </a:prstGeom>
          <a:ln>
            <a:solidFill>
              <a:schemeClr val="tx1">
                <a:lumMod val="50000"/>
                <a:lumOff val="50000"/>
              </a:schemeClr>
            </a:solidFill>
          </a:ln>
        </p:spPr>
      </p:pic>
      <p:pic>
        <p:nvPicPr>
          <p:cNvPr id="11" name="图片 10">
            <a:extLst>
              <a:ext uri="{FF2B5EF4-FFF2-40B4-BE49-F238E27FC236}">
                <a16:creationId xmlns:a16="http://schemas.microsoft.com/office/drawing/2014/main" id="{DF0B84A9-EA5A-F846-36FF-D1AB3465FD94}"/>
              </a:ext>
            </a:extLst>
          </p:cNvPr>
          <p:cNvPicPr>
            <a:picLocks noChangeAspect="1"/>
          </p:cNvPicPr>
          <p:nvPr/>
        </p:nvPicPr>
        <p:blipFill>
          <a:blip r:embed="rId4"/>
          <a:stretch>
            <a:fillRect/>
          </a:stretch>
        </p:blipFill>
        <p:spPr>
          <a:xfrm>
            <a:off x="5117081" y="2335796"/>
            <a:ext cx="3550669" cy="1259581"/>
          </a:xfrm>
          <a:prstGeom prst="rect">
            <a:avLst/>
          </a:prstGeom>
          <a:ln>
            <a:solidFill>
              <a:schemeClr val="tx1">
                <a:lumMod val="50000"/>
                <a:lumOff val="50000"/>
              </a:schemeClr>
            </a:solidFill>
          </a:ln>
        </p:spPr>
      </p:pic>
      <p:sp>
        <p:nvSpPr>
          <p:cNvPr id="12" name="文本框 11">
            <a:extLst>
              <a:ext uri="{FF2B5EF4-FFF2-40B4-BE49-F238E27FC236}">
                <a16:creationId xmlns:a16="http://schemas.microsoft.com/office/drawing/2014/main" id="{792D0B1B-3585-6BD0-69AE-B3E1FEDE2ED2}"/>
              </a:ext>
            </a:extLst>
          </p:cNvPr>
          <p:cNvSpPr txBox="1"/>
          <p:nvPr/>
        </p:nvSpPr>
        <p:spPr>
          <a:xfrm>
            <a:off x="1855366" y="4302299"/>
            <a:ext cx="1382808" cy="244805"/>
          </a:xfrm>
          <a:prstGeom prst="rect">
            <a:avLst/>
          </a:prstGeom>
          <a:noFill/>
        </p:spPr>
        <p:txBody>
          <a:bodyPr wrap="square" lIns="0" tIns="0" rIns="0" bIns="0">
            <a:noAutofit/>
          </a:bodyPr>
          <a:lstStyle/>
          <a:p>
            <a:pPr marL="0" algn="ctr" defTabSz="661193" rtl="0" eaLnBrk="1" latinLnBrk="0" hangingPunct="1">
              <a:defRPr sz="1125" b="0" kern="1200">
                <a:solidFill>
                  <a:srgbClr val="666666"/>
                </a:solidFill>
                <a:latin typeface="Noto Sans SC"/>
                <a:ea typeface="Noto Sans SC"/>
                <a:cs typeface="Noto Sans SC"/>
              </a:defRPr>
            </a:pPr>
            <a:r>
              <a:rPr lang="en-US" altLang="zh-CN" sz="1125" b="0" kern="1200" dirty="0">
                <a:solidFill>
                  <a:srgbClr val="666666"/>
                </a:solidFill>
                <a:latin typeface="Noto Sans SC"/>
                <a:ea typeface="Noto Sans SC"/>
                <a:cs typeface="Noto Sans SC"/>
              </a:rPr>
              <a:t>Bank</a:t>
            </a:r>
            <a:r>
              <a:rPr lang="zh-CN" altLang="en-US" sz="1125" b="0" kern="1200" dirty="0">
                <a:solidFill>
                  <a:srgbClr val="666666"/>
                </a:solidFill>
                <a:latin typeface="Noto Sans SC"/>
                <a:ea typeface="Noto Sans SC"/>
                <a:cs typeface="Noto Sans SC"/>
              </a:rPr>
              <a:t>的状态机</a:t>
            </a:r>
          </a:p>
        </p:txBody>
      </p:sp>
      <p:sp>
        <p:nvSpPr>
          <p:cNvPr id="10000" name="frame-154">
            <a:extLst>
              <a:ext uri="{FF2B5EF4-FFF2-40B4-BE49-F238E27FC236}">
                <a16:creationId xmlns:a16="http://schemas.microsoft.com/office/drawing/2014/main" id="{FA19F53A-264E-497C-BA5A-F81EBEACEA97}"/>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状态机图</a:t>
            </a:r>
          </a:p>
        </p:txBody>
      </p:sp>
      <p:sp>
        <p:nvSpPr>
          <p:cNvPr id="10001" name="frame-155">
            <a:extLst>
              <a:ext uri="{FF2B5EF4-FFF2-40B4-BE49-F238E27FC236}">
                <a16:creationId xmlns:a16="http://schemas.microsoft.com/office/drawing/2014/main" id="{9FAB088A-7F2D-4830-A8DA-1AE6F0A5BA6F}"/>
              </a:ext>
            </a:extLst>
          </p:cNvPr>
          <p:cNvSpPr>
            <a:spLocks noGrp="1"/>
          </p:cNvSpPr>
          <p:nvPr/>
        </p:nvSpPr>
        <p:spPr>
          <a:xfrm>
            <a:off x="476250" y="904875"/>
            <a:ext cx="8191500" cy="7620"/>
          </a:xfrm>
          <a:prstGeom prst="rect">
            <a:avLst/>
          </a:prstGeom>
          <a:solidFill>
            <a:srgbClr val="D9D4CA"/>
          </a:solidFill>
          <a:ln w="0">
            <a:noFill/>
          </a:ln>
        </p:spPr>
      </p:sp>
      <p:sp>
        <p:nvSpPr>
          <p:cNvPr id="10002" name="frame-156">
            <a:extLst>
              <a:ext uri="{FF2B5EF4-FFF2-40B4-BE49-F238E27FC236}">
                <a16:creationId xmlns:a16="http://schemas.microsoft.com/office/drawing/2014/main" id="{540ED56A-A21E-4211-A81E-19894A47F00C}"/>
              </a:ext>
            </a:extLst>
          </p:cNvPr>
          <p:cNvSpPr>
            <a:spLocks noGrp="1"/>
          </p:cNvSpPr>
          <p:nvPr/>
        </p:nvSpPr>
        <p:spPr>
          <a:xfrm>
            <a:off x="476250" y="4762500"/>
            <a:ext cx="8191500" cy="7620"/>
          </a:xfrm>
          <a:prstGeom prst="rect">
            <a:avLst/>
          </a:prstGeom>
          <a:solidFill>
            <a:srgbClr val="D9D4CA"/>
          </a:solidFill>
          <a:ln w="0">
            <a:noFill/>
          </a:ln>
        </p:spPr>
      </p:sp>
      <p:sp>
        <p:nvSpPr>
          <p:cNvPr id="10003" name="frame-157">
            <a:extLst>
              <a:ext uri="{FF2B5EF4-FFF2-40B4-BE49-F238E27FC236}">
                <a16:creationId xmlns:a16="http://schemas.microsoft.com/office/drawing/2014/main" id="{A91E5282-1746-4018-B621-0D6AA440145E}"/>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58">
            <a:extLst>
              <a:ext uri="{FF2B5EF4-FFF2-40B4-BE49-F238E27FC236}">
                <a16:creationId xmlns:a16="http://schemas.microsoft.com/office/drawing/2014/main" id="{CFA0A3C1-7843-41ED-9B1D-E9E4AE351FE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32 / 38</a:t>
            </a:r>
          </a:p>
        </p:txBody>
      </p:sp>
      <p:pic>
        <p:nvPicPr>
          <p:cNvPr id="10005" name="Picture 10004"/>
          <p:cNvPicPr>
            <a:picLocks noChangeAspect="1"/>
          </p:cNvPicPr>
          <p:nvPr/>
        </p:nvPicPr>
        <p:blipFill>
          <a:blip r:embed="rId5"/>
          <a:stretch/>
        </p:blipFill>
        <p:spPr>
          <a:xfrm>
            <a:off x="7496175" y="347601"/>
            <a:ext cx="1171575" cy="219198"/>
          </a:xfrm>
          <a:prstGeom prst="rect">
            <a:avLst/>
          </a:prstGeom>
        </p:spPr>
      </p:pic>
    </p:spTree>
    <p:extLst>
      <p:ext uri="{BB962C8B-B14F-4D97-AF65-F5344CB8AC3E}">
        <p14:creationId xmlns:p14="http://schemas.microsoft.com/office/powerpoint/2010/main" val="3605938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a:extLst>
            <a:ext uri="{FF2B5EF4-FFF2-40B4-BE49-F238E27FC236}">
              <a16:creationId xmlns:a16="http://schemas.microsoft.com/office/drawing/2014/main" id="{CE307FE1-AD26-4B88-326F-F95D76BD73A8}"/>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D407B53C-9207-15E6-A68D-1C31FC80762F}"/>
              </a:ext>
            </a:extLst>
          </p:cNvPr>
          <p:cNvGrpSpPr/>
          <p:nvPr/>
        </p:nvGrpSpPr>
        <p:grpSpPr>
          <a:xfrm>
            <a:off x="1477337" y="1076325"/>
            <a:ext cx="6189326" cy="3524250"/>
            <a:chOff x="1569720" y="1329865"/>
            <a:chExt cx="8827568" cy="5026485"/>
          </a:xfrm>
        </p:grpSpPr>
        <p:pic>
          <p:nvPicPr>
            <p:cNvPr id="11" name="图片 10">
              <a:extLst>
                <a:ext uri="{FF2B5EF4-FFF2-40B4-BE49-F238E27FC236}">
                  <a16:creationId xmlns:a16="http://schemas.microsoft.com/office/drawing/2014/main" id="{EFC64B54-69C9-AFFD-2A44-B5ADCFC1C031}"/>
                </a:ext>
              </a:extLst>
            </p:cNvPr>
            <p:cNvPicPr>
              <a:picLocks noChangeAspect="1"/>
            </p:cNvPicPr>
            <p:nvPr/>
          </p:nvPicPr>
          <p:blipFill>
            <a:blip r:embed="rId2"/>
            <a:stretch>
              <a:fillRect/>
            </a:stretch>
          </p:blipFill>
          <p:spPr>
            <a:xfrm>
              <a:off x="1569720" y="1329865"/>
              <a:ext cx="8827568" cy="5026485"/>
            </a:xfrm>
            <a:prstGeom prst="rect">
              <a:avLst/>
            </a:prstGeom>
          </p:spPr>
        </p:pic>
        <p:sp>
          <p:nvSpPr>
            <p:cNvPr id="12" name="矩形 11">
              <a:extLst>
                <a:ext uri="{FF2B5EF4-FFF2-40B4-BE49-F238E27FC236}">
                  <a16:creationId xmlns:a16="http://schemas.microsoft.com/office/drawing/2014/main" id="{0BD5B309-1FF5-B2B5-B2D8-256474E4E68F}"/>
                </a:ext>
              </a:extLst>
            </p:cNvPr>
            <p:cNvSpPr/>
            <p:nvPr/>
          </p:nvSpPr>
          <p:spPr>
            <a:xfrm>
              <a:off x="1896726" y="3143763"/>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3" name="矩形 12">
              <a:extLst>
                <a:ext uri="{FF2B5EF4-FFF2-40B4-BE49-F238E27FC236}">
                  <a16:creationId xmlns:a16="http://schemas.microsoft.com/office/drawing/2014/main" id="{383CAAE7-2303-F971-17DE-CB5432A61492}"/>
                </a:ext>
              </a:extLst>
            </p:cNvPr>
            <p:cNvSpPr/>
            <p:nvPr/>
          </p:nvSpPr>
          <p:spPr>
            <a:xfrm>
              <a:off x="6234439" y="312896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4" name="矩形 13">
              <a:extLst>
                <a:ext uri="{FF2B5EF4-FFF2-40B4-BE49-F238E27FC236}">
                  <a16:creationId xmlns:a16="http://schemas.microsoft.com/office/drawing/2014/main" id="{D37225CC-52F7-A8E7-BEAB-27970C38DB10}"/>
                </a:ext>
              </a:extLst>
            </p:cNvPr>
            <p:cNvSpPr/>
            <p:nvPr/>
          </p:nvSpPr>
          <p:spPr>
            <a:xfrm>
              <a:off x="9213621" y="314551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5" name="矩形 14">
              <a:extLst>
                <a:ext uri="{FF2B5EF4-FFF2-40B4-BE49-F238E27FC236}">
                  <a16:creationId xmlns:a16="http://schemas.microsoft.com/office/drawing/2014/main" id="{209F4BDC-CDD1-36A6-51EF-B48BD16B4A50}"/>
                </a:ext>
              </a:extLst>
            </p:cNvPr>
            <p:cNvSpPr/>
            <p:nvPr/>
          </p:nvSpPr>
          <p:spPr>
            <a:xfrm>
              <a:off x="5353138" y="383087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6" name="矩形 15">
              <a:extLst>
                <a:ext uri="{FF2B5EF4-FFF2-40B4-BE49-F238E27FC236}">
                  <a16:creationId xmlns:a16="http://schemas.microsoft.com/office/drawing/2014/main" id="{236F77E3-2BF8-60FA-5C83-47582083EE44}"/>
                </a:ext>
              </a:extLst>
            </p:cNvPr>
            <p:cNvSpPr/>
            <p:nvPr/>
          </p:nvSpPr>
          <p:spPr>
            <a:xfrm>
              <a:off x="7851616" y="3168153"/>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7" name="矩形 16">
              <a:extLst>
                <a:ext uri="{FF2B5EF4-FFF2-40B4-BE49-F238E27FC236}">
                  <a16:creationId xmlns:a16="http://schemas.microsoft.com/office/drawing/2014/main" id="{CEE36CD7-1300-E33B-FAB2-20BF16A75637}"/>
                </a:ext>
              </a:extLst>
            </p:cNvPr>
            <p:cNvSpPr/>
            <p:nvPr/>
          </p:nvSpPr>
          <p:spPr>
            <a:xfrm>
              <a:off x="6223985" y="4680817"/>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sp>
          <p:nvSpPr>
            <p:cNvPr id="18" name="矩形 17">
              <a:extLst>
                <a:ext uri="{FF2B5EF4-FFF2-40B4-BE49-F238E27FC236}">
                  <a16:creationId xmlns:a16="http://schemas.microsoft.com/office/drawing/2014/main" id="{FD1F5CD0-8A4C-EDB6-B566-973E25860645}"/>
                </a:ext>
              </a:extLst>
            </p:cNvPr>
            <p:cNvSpPr/>
            <p:nvPr/>
          </p:nvSpPr>
          <p:spPr>
            <a:xfrm>
              <a:off x="3893595" y="3850021"/>
              <a:ext cx="1060269" cy="472940"/>
            </a:xfrm>
            <a:prstGeom prst="rect">
              <a:avLst/>
            </a:prstGeom>
            <a:solidFill>
              <a:schemeClr val="accent6">
                <a:lumMod val="40000"/>
                <a:lumOff val="6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endParaRPr lang="zh-CN" altLang="en-US" sz="1262" kern="1200">
                <a:solidFill>
                  <a:schemeClr val="tx1"/>
                </a:solidFill>
                <a:latin typeface="Noto Sans SC"/>
                <a:ea typeface="Noto Sans SC"/>
                <a:cs typeface="Noto Sans SC"/>
              </a:endParaRPr>
            </a:p>
          </p:txBody>
        </p:sp>
      </p:grpSp>
      <p:sp>
        <p:nvSpPr>
          <p:cNvPr id="7" name="爆炸形: 8 pt  6">
            <a:extLst>
              <a:ext uri="{FF2B5EF4-FFF2-40B4-BE49-F238E27FC236}">
                <a16:creationId xmlns:a16="http://schemas.microsoft.com/office/drawing/2014/main" id="{60EC196C-8F1F-0B86-D675-DECD41BEFA5C}"/>
              </a:ext>
            </a:extLst>
          </p:cNvPr>
          <p:cNvSpPr/>
          <p:nvPr/>
        </p:nvSpPr>
        <p:spPr>
          <a:xfrm>
            <a:off x="2374184" y="1824139"/>
            <a:ext cx="5072694" cy="2038318"/>
          </a:xfrm>
          <a:prstGeom prst="irregularSeal1">
            <a:avLst/>
          </a:prstGeom>
          <a:solidFill>
            <a:schemeClr val="bg1">
              <a:lumMod val="95000"/>
            </a:schemeClr>
          </a:solidFill>
          <a:ln w="35618"/>
        </p:spPr>
        <p:style>
          <a:lnRef idx="2">
            <a:schemeClr val="accent1">
              <a:shade val="15000"/>
            </a:schemeClr>
          </a:lnRef>
          <a:fillRef idx="1">
            <a:schemeClr val="accent1"/>
          </a:fillRef>
          <a:effectRef idx="0">
            <a:schemeClr val="accent1"/>
          </a:effectRef>
          <a:fontRef idx="minor">
            <a:schemeClr val="lt1"/>
          </a:fontRef>
        </p:style>
        <p:txBody>
          <a:bodyPr lIns="64112" tIns="32056" rIns="64112" bIns="32056" rtlCol="0" anchor="ctr">
            <a:noAutofit/>
          </a:bodyPr>
          <a:lstStyle/>
          <a:p>
            <a:pPr marL="0" algn="ctr" defTabSz="641119" rtl="0" eaLnBrk="1" latinLnBrk="0" hangingPunct="1">
              <a:defRPr sz="1262" kern="1200">
                <a:solidFill>
                  <a:schemeClr val="tx1"/>
                </a:solidFill>
                <a:latin typeface="Noto Sans SC"/>
                <a:ea typeface="Noto Sans SC"/>
                <a:cs typeface="Noto Sans SC"/>
              </a:defRPr>
            </a:pPr>
            <a:r>
              <a:rPr lang="zh-CN" altLang="en-US" sz="1683" b="1" kern="1200" dirty="0">
                <a:solidFill>
                  <a:srgbClr val="A41F35"/>
                </a:solidFill>
                <a:latin typeface="Noto Sans SC"/>
                <a:ea typeface="Noto Sans SC"/>
                <a:cs typeface="Noto Sans SC"/>
              </a:rPr>
              <a:t>图不是模型！只是构成模型的一个成份而已！</a:t>
            </a:r>
          </a:p>
        </p:txBody>
      </p:sp>
      <p:sp>
        <p:nvSpPr>
          <p:cNvPr id="10000" name="frame-159">
            <a:extLst>
              <a:ext uri="{FF2B5EF4-FFF2-40B4-BE49-F238E27FC236}">
                <a16:creationId xmlns:a16="http://schemas.microsoft.com/office/drawing/2014/main" id="{D78B3BCD-849C-4BCF-8ECE-F768DCBCD82C}"/>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UML构造块: 图</a:t>
            </a:r>
          </a:p>
        </p:txBody>
      </p:sp>
      <p:sp>
        <p:nvSpPr>
          <p:cNvPr id="10001" name="frame-160">
            <a:extLst>
              <a:ext uri="{FF2B5EF4-FFF2-40B4-BE49-F238E27FC236}">
                <a16:creationId xmlns:a16="http://schemas.microsoft.com/office/drawing/2014/main" id="{6EC88D3B-DB33-47BC-8635-F01A0041F6CB}"/>
              </a:ext>
            </a:extLst>
          </p:cNvPr>
          <p:cNvSpPr>
            <a:spLocks noGrp="1"/>
          </p:cNvSpPr>
          <p:nvPr/>
        </p:nvSpPr>
        <p:spPr>
          <a:xfrm>
            <a:off x="476250" y="904875"/>
            <a:ext cx="8191500" cy="7620"/>
          </a:xfrm>
          <a:prstGeom prst="rect">
            <a:avLst/>
          </a:prstGeom>
          <a:solidFill>
            <a:srgbClr val="D9D4CA"/>
          </a:solidFill>
          <a:ln w="0">
            <a:noFill/>
          </a:ln>
        </p:spPr>
      </p:sp>
      <p:sp>
        <p:nvSpPr>
          <p:cNvPr id="10002" name="frame-161">
            <a:extLst>
              <a:ext uri="{FF2B5EF4-FFF2-40B4-BE49-F238E27FC236}">
                <a16:creationId xmlns:a16="http://schemas.microsoft.com/office/drawing/2014/main" id="{6ED3D750-0B95-4FC0-897D-A5B2A8F6FFF7}"/>
              </a:ext>
            </a:extLst>
          </p:cNvPr>
          <p:cNvSpPr>
            <a:spLocks noGrp="1"/>
          </p:cNvSpPr>
          <p:nvPr/>
        </p:nvSpPr>
        <p:spPr>
          <a:xfrm>
            <a:off x="476250" y="4762500"/>
            <a:ext cx="8191500" cy="7620"/>
          </a:xfrm>
          <a:prstGeom prst="rect">
            <a:avLst/>
          </a:prstGeom>
          <a:solidFill>
            <a:srgbClr val="D9D4CA"/>
          </a:solidFill>
          <a:ln w="0">
            <a:noFill/>
          </a:ln>
        </p:spPr>
      </p:sp>
      <p:sp>
        <p:nvSpPr>
          <p:cNvPr id="10003" name="frame-162">
            <a:extLst>
              <a:ext uri="{FF2B5EF4-FFF2-40B4-BE49-F238E27FC236}">
                <a16:creationId xmlns:a16="http://schemas.microsoft.com/office/drawing/2014/main" id="{E12B622E-A1B2-4FAE-A0B3-4F3C9E375F18}"/>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63">
            <a:extLst>
              <a:ext uri="{FF2B5EF4-FFF2-40B4-BE49-F238E27FC236}">
                <a16:creationId xmlns:a16="http://schemas.microsoft.com/office/drawing/2014/main" id="{EF012751-0788-457B-A406-115E17209D72}"/>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33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639346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3D9B7CAD-729D-CD19-B038-A649A5FABF21}"/>
              </a:ext>
            </a:extLst>
          </p:cNvPr>
          <p:cNvPicPr>
            <a:picLocks noChangeAspect="1"/>
          </p:cNvPicPr>
          <p:nvPr/>
        </p:nvPicPr>
        <p:blipFill>
          <a:blip r:embed="rId2"/>
          <a:stretch>
            <a:fillRect/>
          </a:stretch>
        </p:blipFill>
        <p:spPr>
          <a:xfrm>
            <a:off x="968257" y="1076325"/>
            <a:ext cx="7207487" cy="3423915"/>
          </a:xfrm>
          <a:prstGeom prst="rect">
            <a:avLst/>
          </a:prstGeom>
        </p:spPr>
      </p:pic>
      <p:sp>
        <p:nvSpPr>
          <p:cNvPr id="10000" name="frame-164">
            <a:extLst>
              <a:ext uri="{FF2B5EF4-FFF2-40B4-BE49-F238E27FC236}">
                <a16:creationId xmlns:a16="http://schemas.microsoft.com/office/drawing/2014/main" id="{3B570B0C-A2CE-443D-9F4B-D47B784A381C}"/>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UML规则</a:t>
            </a:r>
          </a:p>
        </p:txBody>
      </p:sp>
      <p:sp>
        <p:nvSpPr>
          <p:cNvPr id="10001" name="frame-165">
            <a:extLst>
              <a:ext uri="{FF2B5EF4-FFF2-40B4-BE49-F238E27FC236}">
                <a16:creationId xmlns:a16="http://schemas.microsoft.com/office/drawing/2014/main" id="{D6C39150-1A48-4EAC-869D-A55C8F5D7CB4}"/>
              </a:ext>
            </a:extLst>
          </p:cNvPr>
          <p:cNvSpPr>
            <a:spLocks noGrp="1"/>
          </p:cNvSpPr>
          <p:nvPr/>
        </p:nvSpPr>
        <p:spPr>
          <a:xfrm>
            <a:off x="476250" y="904875"/>
            <a:ext cx="8191500" cy="7620"/>
          </a:xfrm>
          <a:prstGeom prst="rect">
            <a:avLst/>
          </a:prstGeom>
          <a:solidFill>
            <a:srgbClr val="D9D4CA"/>
          </a:solidFill>
          <a:ln w="0">
            <a:noFill/>
          </a:ln>
        </p:spPr>
      </p:sp>
      <p:sp>
        <p:nvSpPr>
          <p:cNvPr id="10002" name="frame-166">
            <a:extLst>
              <a:ext uri="{FF2B5EF4-FFF2-40B4-BE49-F238E27FC236}">
                <a16:creationId xmlns:a16="http://schemas.microsoft.com/office/drawing/2014/main" id="{B6ECDD56-C0F9-4720-8AE2-9C83A5386DA4}"/>
              </a:ext>
            </a:extLst>
          </p:cNvPr>
          <p:cNvSpPr>
            <a:spLocks noGrp="1"/>
          </p:cNvSpPr>
          <p:nvPr/>
        </p:nvSpPr>
        <p:spPr>
          <a:xfrm>
            <a:off x="476250" y="4762500"/>
            <a:ext cx="8191500" cy="7620"/>
          </a:xfrm>
          <a:prstGeom prst="rect">
            <a:avLst/>
          </a:prstGeom>
          <a:solidFill>
            <a:srgbClr val="D9D4CA"/>
          </a:solidFill>
          <a:ln w="0">
            <a:noFill/>
          </a:ln>
        </p:spPr>
      </p:sp>
      <p:sp>
        <p:nvSpPr>
          <p:cNvPr id="10003" name="frame-167">
            <a:extLst>
              <a:ext uri="{FF2B5EF4-FFF2-40B4-BE49-F238E27FC236}">
                <a16:creationId xmlns:a16="http://schemas.microsoft.com/office/drawing/2014/main" id="{69560E21-AAF7-4768-B527-6EA281521A3E}"/>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68">
            <a:extLst>
              <a:ext uri="{FF2B5EF4-FFF2-40B4-BE49-F238E27FC236}">
                <a16:creationId xmlns:a16="http://schemas.microsoft.com/office/drawing/2014/main" id="{7669D20D-8937-419E-92A7-1112562C0F4E}"/>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34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3274057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67D9BE35-B793-4830-B427-BD2AA4BE4FAC}"/>
              </a:ext>
            </a:extLst>
          </p:cNvPr>
          <p:cNvPicPr>
            <a:picLocks noChangeAspect="1"/>
          </p:cNvPicPr>
          <p:nvPr/>
        </p:nvPicPr>
        <p:blipFill>
          <a:blip r:embed="rId2"/>
          <a:stretch>
            <a:fillRect/>
          </a:stretch>
        </p:blipFill>
        <p:spPr>
          <a:xfrm>
            <a:off x="1084049" y="1076325"/>
            <a:ext cx="6975903" cy="3524250"/>
          </a:xfrm>
          <a:prstGeom prst="rect">
            <a:avLst/>
          </a:prstGeom>
        </p:spPr>
      </p:pic>
      <p:sp>
        <p:nvSpPr>
          <p:cNvPr id="10000" name="frame-169">
            <a:extLst>
              <a:ext uri="{FF2B5EF4-FFF2-40B4-BE49-F238E27FC236}">
                <a16:creationId xmlns:a16="http://schemas.microsoft.com/office/drawing/2014/main" id="{9AC03921-F7CE-4B27-9B22-E701DBF45DE7}"/>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UML公共机制</a:t>
            </a:r>
          </a:p>
        </p:txBody>
      </p:sp>
      <p:sp>
        <p:nvSpPr>
          <p:cNvPr id="10001" name="frame-170">
            <a:extLst>
              <a:ext uri="{FF2B5EF4-FFF2-40B4-BE49-F238E27FC236}">
                <a16:creationId xmlns:a16="http://schemas.microsoft.com/office/drawing/2014/main" id="{B02520C4-335A-4F50-9F46-9D81A6529B06}"/>
              </a:ext>
            </a:extLst>
          </p:cNvPr>
          <p:cNvSpPr>
            <a:spLocks noGrp="1"/>
          </p:cNvSpPr>
          <p:nvPr/>
        </p:nvSpPr>
        <p:spPr>
          <a:xfrm>
            <a:off x="476250" y="904875"/>
            <a:ext cx="8191500" cy="7620"/>
          </a:xfrm>
          <a:prstGeom prst="rect">
            <a:avLst/>
          </a:prstGeom>
          <a:solidFill>
            <a:srgbClr val="D9D4CA"/>
          </a:solidFill>
          <a:ln w="0">
            <a:noFill/>
          </a:ln>
        </p:spPr>
      </p:sp>
      <p:sp>
        <p:nvSpPr>
          <p:cNvPr id="10002" name="frame-171">
            <a:extLst>
              <a:ext uri="{FF2B5EF4-FFF2-40B4-BE49-F238E27FC236}">
                <a16:creationId xmlns:a16="http://schemas.microsoft.com/office/drawing/2014/main" id="{7E0BAAA0-3B1F-4690-82FC-4EE254FE5A33}"/>
              </a:ext>
            </a:extLst>
          </p:cNvPr>
          <p:cNvSpPr>
            <a:spLocks noGrp="1"/>
          </p:cNvSpPr>
          <p:nvPr/>
        </p:nvSpPr>
        <p:spPr>
          <a:xfrm>
            <a:off x="476250" y="4762500"/>
            <a:ext cx="8191500" cy="7620"/>
          </a:xfrm>
          <a:prstGeom prst="rect">
            <a:avLst/>
          </a:prstGeom>
          <a:solidFill>
            <a:srgbClr val="D9D4CA"/>
          </a:solidFill>
          <a:ln w="0">
            <a:noFill/>
          </a:ln>
        </p:spPr>
      </p:sp>
      <p:sp>
        <p:nvSpPr>
          <p:cNvPr id="10003" name="frame-172">
            <a:extLst>
              <a:ext uri="{FF2B5EF4-FFF2-40B4-BE49-F238E27FC236}">
                <a16:creationId xmlns:a16="http://schemas.microsoft.com/office/drawing/2014/main" id="{4653C544-D3E6-4DEA-BF51-E7EBF2023A68}"/>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73">
            <a:extLst>
              <a:ext uri="{FF2B5EF4-FFF2-40B4-BE49-F238E27FC236}">
                <a16:creationId xmlns:a16="http://schemas.microsoft.com/office/drawing/2014/main" id="{769E46CD-B918-4FD1-8589-B1C5DF36E166}"/>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35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2396872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DB6B69-9EF9-3831-EB0D-193D60F82913}"/>
              </a:ext>
            </a:extLst>
          </p:cNvPr>
          <p:cNvSpPr>
            <a:spLocks noGrp="1"/>
          </p:cNvSpPr>
          <p:nvPr/>
        </p:nvSpPr>
        <p:spPr>
          <a:xfrm>
            <a:off x="476250" y="1076325"/>
            <a:ext cx="8191500" cy="1767578"/>
          </a:xfrm>
        </p:spPr>
        <p:txBody>
          <a:bodyPr lIns="61077" tIns="30539" rIns="61077" bIns="30539">
            <a:noAutofit/>
          </a:bodyPr>
          <a:lstStyle/>
          <a:p>
            <a:pPr marL="152694" indent="-152694" algn="l" defTabSz="610775" rtl="0" eaLnBrk="1" latinLnBrk="0" hangingPunct="1">
              <a:spcBef>
                <a:spcPts val="668"/>
              </a:spcBef>
              <a:buFont typeface="Noto Sans SC" panose="020B0604020202020204" pitchFamily="34" charset="0"/>
              <a:buChar char="•"/>
              <a:defRPr sz="1510" kern="1200">
                <a:solidFill>
                  <a:schemeClr val="tx1"/>
                </a:solidFill>
                <a:latin typeface="Noto Sans SC"/>
                <a:ea typeface="Noto Sans SC"/>
                <a:cs typeface="Noto Sans SC"/>
              </a:defRPr>
            </a:pPr>
            <a:r>
              <a:rPr lang="zh-CN" altLang="en-US" sz="1295" kern="1200" dirty="0">
                <a:solidFill>
                  <a:schemeClr val="tx1"/>
                </a:solidFill>
                <a:latin typeface="Noto Sans SC"/>
                <a:ea typeface="Noto Sans SC"/>
                <a:cs typeface="Noto Sans SC"/>
              </a:rPr>
              <a:t>版型 </a:t>
            </a:r>
            <a:r>
              <a:rPr lang="en-US" altLang="zh-CN" sz="1295" kern="1200" dirty="0">
                <a:solidFill>
                  <a:schemeClr val="tx1"/>
                </a:solidFill>
                <a:latin typeface="Noto Sans SC"/>
                <a:ea typeface="Noto Sans SC"/>
                <a:cs typeface="Noto Sans SC"/>
              </a:rPr>
              <a:t>(Stereotype)</a:t>
            </a:r>
            <a:r>
              <a:rPr lang="zh-CN" altLang="en-US" sz="1295" kern="1200" dirty="0">
                <a:solidFill>
                  <a:schemeClr val="tx1"/>
                </a:solidFill>
                <a:latin typeface="Noto Sans SC"/>
                <a:ea typeface="Noto Sans SC"/>
                <a:cs typeface="Noto Sans SC"/>
              </a:rPr>
              <a:t>用于在已有的</a:t>
            </a:r>
            <a:r>
              <a:rPr lang="en-US" altLang="zh-CN" sz="1295" kern="1200" dirty="0">
                <a:solidFill>
                  <a:schemeClr val="tx1"/>
                </a:solidFill>
                <a:latin typeface="Noto Sans SC"/>
                <a:ea typeface="Noto Sans SC"/>
                <a:cs typeface="Noto Sans SC"/>
              </a:rPr>
              <a:t>UML</a:t>
            </a:r>
            <a:r>
              <a:rPr lang="zh-CN" altLang="en-US" sz="1295" kern="1200" dirty="0">
                <a:solidFill>
                  <a:schemeClr val="tx1"/>
                </a:solidFill>
                <a:latin typeface="Noto Sans SC"/>
                <a:ea typeface="Noto Sans SC"/>
                <a:cs typeface="Noto Sans SC"/>
              </a:rPr>
              <a:t>构造块上建立新的构造块</a:t>
            </a:r>
            <a:endParaRPr lang="en-US" altLang="zh-CN" sz="1295" kern="1200" dirty="0">
              <a:solidFill>
                <a:schemeClr val="tx1"/>
              </a:solidFill>
              <a:latin typeface="Noto Sans SC"/>
              <a:ea typeface="Noto Sans SC"/>
              <a:cs typeface="Noto Sans SC"/>
            </a:endParaRPr>
          </a:p>
          <a:p>
            <a:pPr marL="458081" lvl="1" indent="-152694" algn="l" defTabSz="610775" rtl="0" eaLnBrk="1" latinLnBrk="0" hangingPunct="1">
              <a:spcBef>
                <a:spcPts val="334"/>
              </a:spcBef>
              <a:buFont typeface="Noto Sans SC" panose="020B0604020202020204" pitchFamily="34" charset="0"/>
              <a:buChar char="•"/>
              <a:defRPr sz="1295" kern="1200">
                <a:solidFill>
                  <a:schemeClr val="tx1"/>
                </a:solidFill>
                <a:latin typeface="Noto Sans SC"/>
                <a:ea typeface="Noto Sans SC"/>
                <a:cs typeface="Noto Sans SC"/>
              </a:defRPr>
            </a:pPr>
            <a:r>
              <a:rPr lang="zh-CN" altLang="en-US" sz="1295" kern="1200" dirty="0">
                <a:solidFill>
                  <a:schemeClr val="tx1"/>
                </a:solidFill>
                <a:latin typeface="Noto Sans SC"/>
                <a:ea typeface="Noto Sans SC"/>
                <a:cs typeface="Noto Sans SC"/>
              </a:rPr>
              <a:t>在业务建模中，需要表达业务需求，因此，在用例的基础上使用版型建立了业务用例</a:t>
            </a:r>
            <a:endParaRPr lang="en-US" altLang="zh-CN" sz="1295" kern="1200" dirty="0">
              <a:solidFill>
                <a:schemeClr val="tx1"/>
              </a:solidFill>
              <a:latin typeface="Noto Sans SC"/>
              <a:ea typeface="Noto Sans SC"/>
              <a:cs typeface="Noto Sans SC"/>
            </a:endParaRPr>
          </a:p>
          <a:p>
            <a:pPr marL="152694" indent="-152694" algn="l" defTabSz="610775" rtl="0" eaLnBrk="1" latinLnBrk="0" hangingPunct="1">
              <a:spcBef>
                <a:spcPts val="668"/>
              </a:spcBef>
              <a:buFont typeface="Noto Sans SC" panose="020B0604020202020204" pitchFamily="34" charset="0"/>
              <a:buChar char="•"/>
              <a:defRPr sz="1510" kern="1200">
                <a:solidFill>
                  <a:schemeClr val="tx1"/>
                </a:solidFill>
                <a:latin typeface="Noto Sans SC"/>
                <a:ea typeface="Noto Sans SC"/>
                <a:cs typeface="Noto Sans SC"/>
              </a:defRPr>
            </a:pPr>
            <a:r>
              <a:rPr lang="zh-CN" altLang="en-US" sz="1295" kern="1200" dirty="0">
                <a:solidFill>
                  <a:schemeClr val="tx1"/>
                </a:solidFill>
                <a:latin typeface="Noto Sans SC"/>
                <a:ea typeface="Noto Sans SC"/>
                <a:cs typeface="Noto Sans SC"/>
              </a:rPr>
              <a:t>标记值是扩充版型的特性</a:t>
            </a:r>
            <a:endParaRPr lang="en-US" altLang="zh-CN" sz="1295" kern="1200" dirty="0">
              <a:solidFill>
                <a:schemeClr val="tx1"/>
              </a:solidFill>
              <a:latin typeface="Noto Sans SC"/>
              <a:ea typeface="Noto Sans SC"/>
              <a:cs typeface="Noto Sans SC"/>
            </a:endParaRPr>
          </a:p>
          <a:p>
            <a:pPr marL="152694" indent="-152694" algn="l" defTabSz="610775" rtl="0" eaLnBrk="1" latinLnBrk="0" hangingPunct="1">
              <a:spcBef>
                <a:spcPts val="668"/>
              </a:spcBef>
              <a:buFont typeface="Noto Sans SC" panose="020B0604020202020204" pitchFamily="34" charset="0"/>
              <a:buChar char="•"/>
              <a:defRPr sz="1510" kern="1200">
                <a:solidFill>
                  <a:schemeClr val="tx1"/>
                </a:solidFill>
                <a:latin typeface="Noto Sans SC"/>
                <a:ea typeface="Noto Sans SC"/>
                <a:cs typeface="Noto Sans SC"/>
              </a:defRPr>
            </a:pPr>
            <a:r>
              <a:rPr lang="zh-CN" altLang="en-US" sz="1295" kern="1200" dirty="0">
                <a:solidFill>
                  <a:schemeClr val="tx1"/>
                </a:solidFill>
                <a:latin typeface="Noto Sans SC"/>
                <a:ea typeface="Noto Sans SC"/>
                <a:cs typeface="Noto Sans SC"/>
              </a:rPr>
              <a:t>约束扩展了</a:t>
            </a:r>
            <a:r>
              <a:rPr lang="en-US" altLang="zh-CN" sz="1295" kern="1200" dirty="0">
                <a:solidFill>
                  <a:schemeClr val="tx1"/>
                </a:solidFill>
                <a:latin typeface="Noto Sans SC"/>
                <a:ea typeface="Noto Sans SC"/>
                <a:cs typeface="Noto Sans SC"/>
              </a:rPr>
              <a:t>UML</a:t>
            </a:r>
            <a:r>
              <a:rPr lang="zh-CN" altLang="en-US" sz="1295" kern="1200" dirty="0">
                <a:solidFill>
                  <a:schemeClr val="tx1"/>
                </a:solidFill>
                <a:latin typeface="Noto Sans SC"/>
                <a:ea typeface="Noto Sans SC"/>
                <a:cs typeface="Noto Sans SC"/>
              </a:rPr>
              <a:t>构造块的语义，可以增加新的规则或者修改现有规则</a:t>
            </a:r>
            <a:endParaRPr lang="en-US" altLang="zh-CN" sz="1295" kern="1200" dirty="0">
              <a:solidFill>
                <a:schemeClr val="tx1"/>
              </a:solidFill>
              <a:latin typeface="Noto Sans SC"/>
              <a:ea typeface="Noto Sans SC"/>
              <a:cs typeface="Noto Sans SC"/>
            </a:endParaRPr>
          </a:p>
          <a:p>
            <a:pPr marL="458081" lvl="1" indent="-152694" algn="l" defTabSz="610775" rtl="0" eaLnBrk="1" latinLnBrk="0" hangingPunct="1">
              <a:spcBef>
                <a:spcPts val="334"/>
              </a:spcBef>
              <a:buFont typeface="Noto Sans SC" panose="020B0604020202020204" pitchFamily="34" charset="0"/>
              <a:buChar char="•"/>
              <a:defRPr sz="1295" kern="1200">
                <a:solidFill>
                  <a:schemeClr val="tx1"/>
                </a:solidFill>
                <a:latin typeface="Noto Sans SC"/>
                <a:ea typeface="Noto Sans SC"/>
                <a:cs typeface="Noto Sans SC"/>
              </a:defRPr>
            </a:pPr>
            <a:r>
              <a:rPr lang="zh-CN" altLang="en-US" sz="1079" kern="1200" dirty="0">
                <a:solidFill>
                  <a:schemeClr val="tx1"/>
                </a:solidFill>
                <a:latin typeface="Noto Sans SC"/>
                <a:ea typeface="Noto Sans SC"/>
                <a:cs typeface="Noto Sans SC"/>
              </a:rPr>
              <a:t>约束标记语言</a:t>
            </a:r>
            <a:endParaRPr lang="en-US" altLang="zh-CN" sz="1079" kern="1200" dirty="0">
              <a:solidFill>
                <a:schemeClr val="tx1"/>
              </a:solidFill>
              <a:latin typeface="Noto Sans SC"/>
              <a:ea typeface="Noto Sans SC"/>
              <a:cs typeface="Noto Sans SC"/>
            </a:endParaRPr>
          </a:p>
          <a:p>
            <a:pPr marL="152694" indent="-152694" algn="l" defTabSz="610775" rtl="0" eaLnBrk="1" latinLnBrk="0" hangingPunct="1">
              <a:spcBef>
                <a:spcPts val="668"/>
              </a:spcBef>
              <a:buFont typeface="Noto Sans SC" panose="020B0604020202020204" pitchFamily="34" charset="0"/>
              <a:buChar char="•"/>
              <a:defRPr sz="1510" kern="1200">
                <a:solidFill>
                  <a:schemeClr val="tx1"/>
                </a:solidFill>
                <a:latin typeface="Noto Sans SC"/>
                <a:ea typeface="Noto Sans SC"/>
                <a:cs typeface="Noto Sans SC"/>
              </a:defRPr>
            </a:pPr>
            <a:r>
              <a:rPr lang="en-US" altLang="zh-CN" sz="1295" kern="1200" dirty="0">
                <a:solidFill>
                  <a:schemeClr val="tx1"/>
                </a:solidFill>
                <a:latin typeface="Noto Sans SC"/>
                <a:ea typeface="Noto Sans SC"/>
                <a:cs typeface="Noto Sans SC"/>
              </a:rPr>
              <a:t>Profile</a:t>
            </a:r>
            <a:r>
              <a:rPr lang="zh-CN" altLang="en-US" sz="1295" kern="1200" dirty="0">
                <a:solidFill>
                  <a:schemeClr val="tx1"/>
                </a:solidFill>
                <a:latin typeface="Noto Sans SC"/>
                <a:ea typeface="Noto Sans SC"/>
                <a:cs typeface="Noto Sans SC"/>
              </a:rPr>
              <a:t>：关于某个领域扩展的所有元素的规约，如</a:t>
            </a:r>
            <a:r>
              <a:rPr lang="en-US" altLang="zh-CN" sz="1295" kern="1200" dirty="0" err="1">
                <a:solidFill>
                  <a:schemeClr val="tx1"/>
                </a:solidFill>
                <a:latin typeface="Noto Sans SC"/>
                <a:ea typeface="Noto Sans SC"/>
                <a:cs typeface="Noto Sans SC"/>
              </a:rPr>
              <a:t>SysML</a:t>
            </a:r>
            <a:r>
              <a:rPr lang="zh-CN" altLang="en-US" sz="1295" kern="1200" dirty="0">
                <a:solidFill>
                  <a:schemeClr val="tx1"/>
                </a:solidFill>
                <a:latin typeface="Noto Sans SC"/>
                <a:ea typeface="Noto Sans SC"/>
                <a:cs typeface="Noto Sans SC"/>
              </a:rPr>
              <a:t>支持系统工程建模的</a:t>
            </a:r>
            <a:r>
              <a:rPr lang="en-US" altLang="zh-CN" sz="1295" kern="1200" dirty="0">
                <a:solidFill>
                  <a:schemeClr val="tx1"/>
                </a:solidFill>
                <a:latin typeface="Noto Sans SC"/>
                <a:ea typeface="Noto Sans SC"/>
                <a:cs typeface="Noto Sans SC"/>
              </a:rPr>
              <a:t>Profile</a:t>
            </a:r>
          </a:p>
          <a:p>
            <a:pPr marL="458081" lvl="1" indent="-152694" algn="l" defTabSz="610775" rtl="0" eaLnBrk="1" latinLnBrk="0" hangingPunct="1">
              <a:spcBef>
                <a:spcPts val="334"/>
              </a:spcBef>
              <a:buFont typeface="Noto Sans SC" panose="020B0604020202020204" pitchFamily="34" charset="0"/>
              <a:buChar char="•"/>
              <a:defRPr sz="1295" kern="1200">
                <a:solidFill>
                  <a:schemeClr val="tx1"/>
                </a:solidFill>
                <a:latin typeface="Noto Sans SC"/>
                <a:ea typeface="Noto Sans SC"/>
                <a:cs typeface="Noto Sans SC"/>
              </a:defRPr>
            </a:pPr>
            <a:endParaRPr lang="zh-CN" altLang="en-US" sz="1079" kern="1200" dirty="0">
              <a:solidFill>
                <a:schemeClr val="tx1"/>
              </a:solidFill>
              <a:latin typeface="Noto Sans SC"/>
              <a:ea typeface="Noto Sans SC"/>
              <a:cs typeface="Noto Sans SC"/>
            </a:endParaRPr>
          </a:p>
        </p:txBody>
      </p:sp>
      <p:pic>
        <p:nvPicPr>
          <p:cNvPr id="8" name="图片 7">
            <a:extLst>
              <a:ext uri="{FF2B5EF4-FFF2-40B4-BE49-F238E27FC236}">
                <a16:creationId xmlns:a16="http://schemas.microsoft.com/office/drawing/2014/main" id="{AEE662B9-3BFA-A6FB-1C71-DD9591C1E06A}"/>
              </a:ext>
            </a:extLst>
          </p:cNvPr>
          <p:cNvPicPr>
            <a:picLocks noChangeAspect="1"/>
          </p:cNvPicPr>
          <p:nvPr/>
        </p:nvPicPr>
        <p:blipFill>
          <a:blip r:embed="rId2"/>
          <a:stretch>
            <a:fillRect/>
          </a:stretch>
        </p:blipFill>
        <p:spPr>
          <a:xfrm>
            <a:off x="2634025" y="2864833"/>
            <a:ext cx="5261463" cy="1735742"/>
          </a:xfrm>
          <a:prstGeom prst="rect">
            <a:avLst/>
          </a:prstGeom>
        </p:spPr>
      </p:pic>
      <p:sp>
        <p:nvSpPr>
          <p:cNvPr id="10000" name="frame-174">
            <a:extLst>
              <a:ext uri="{FF2B5EF4-FFF2-40B4-BE49-F238E27FC236}">
                <a16:creationId xmlns:a16="http://schemas.microsoft.com/office/drawing/2014/main" id="{8F3EA55F-A156-4C08-AEB2-A9F7E46F5415}"/>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UML公共机制: 扩展机制 </a:t>
            </a:r>
          </a:p>
        </p:txBody>
      </p:sp>
      <p:sp>
        <p:nvSpPr>
          <p:cNvPr id="10001" name="frame-175">
            <a:extLst>
              <a:ext uri="{FF2B5EF4-FFF2-40B4-BE49-F238E27FC236}">
                <a16:creationId xmlns:a16="http://schemas.microsoft.com/office/drawing/2014/main" id="{83AA6209-7964-457E-A5DB-3DD9FBBECDE3}"/>
              </a:ext>
            </a:extLst>
          </p:cNvPr>
          <p:cNvSpPr>
            <a:spLocks noGrp="1"/>
          </p:cNvSpPr>
          <p:nvPr/>
        </p:nvSpPr>
        <p:spPr>
          <a:xfrm>
            <a:off x="476250" y="904875"/>
            <a:ext cx="8191500" cy="7620"/>
          </a:xfrm>
          <a:prstGeom prst="rect">
            <a:avLst/>
          </a:prstGeom>
          <a:solidFill>
            <a:srgbClr val="D9D4CA"/>
          </a:solidFill>
          <a:ln w="0">
            <a:noFill/>
          </a:ln>
        </p:spPr>
      </p:sp>
      <p:sp>
        <p:nvSpPr>
          <p:cNvPr id="10002" name="frame-176">
            <a:extLst>
              <a:ext uri="{FF2B5EF4-FFF2-40B4-BE49-F238E27FC236}">
                <a16:creationId xmlns:a16="http://schemas.microsoft.com/office/drawing/2014/main" id="{744DD559-04BE-48CE-A7CF-07F081EBA862}"/>
              </a:ext>
            </a:extLst>
          </p:cNvPr>
          <p:cNvSpPr>
            <a:spLocks noGrp="1"/>
          </p:cNvSpPr>
          <p:nvPr/>
        </p:nvSpPr>
        <p:spPr>
          <a:xfrm>
            <a:off x="476250" y="4762500"/>
            <a:ext cx="8191500" cy="7620"/>
          </a:xfrm>
          <a:prstGeom prst="rect">
            <a:avLst/>
          </a:prstGeom>
          <a:solidFill>
            <a:srgbClr val="D9D4CA"/>
          </a:solidFill>
          <a:ln w="0">
            <a:noFill/>
          </a:ln>
        </p:spPr>
      </p:sp>
      <p:sp>
        <p:nvSpPr>
          <p:cNvPr id="10003" name="frame-177">
            <a:extLst>
              <a:ext uri="{FF2B5EF4-FFF2-40B4-BE49-F238E27FC236}">
                <a16:creationId xmlns:a16="http://schemas.microsoft.com/office/drawing/2014/main" id="{95556980-571A-471F-8196-F1F0DD84EDBB}"/>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78">
            <a:extLst>
              <a:ext uri="{FF2B5EF4-FFF2-40B4-BE49-F238E27FC236}">
                <a16:creationId xmlns:a16="http://schemas.microsoft.com/office/drawing/2014/main" id="{92F5C36D-4D8C-44EE-831B-6C9BDB475973}"/>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36 / 38</a:t>
            </a:r>
          </a:p>
        </p:txBody>
      </p:sp>
      <p:pic>
        <p:nvPicPr>
          <p:cNvPr id="10005" name="Picture 10004"/>
          <p:cNvPicPr>
            <a:picLocks noChangeAspect="1"/>
          </p:cNvPicPr>
          <p:nvPr/>
        </p:nvPicPr>
        <p:blipFill>
          <a:blip r:embed="rId3"/>
          <a:stretch/>
        </p:blipFill>
        <p:spPr>
          <a:xfrm>
            <a:off x="7496175" y="347601"/>
            <a:ext cx="1171575" cy="219198"/>
          </a:xfrm>
          <a:prstGeom prst="rect">
            <a:avLst/>
          </a:prstGeom>
        </p:spPr>
      </p:pic>
    </p:spTree>
    <p:extLst>
      <p:ext uri="{BB962C8B-B14F-4D97-AF65-F5344CB8AC3E}">
        <p14:creationId xmlns:p14="http://schemas.microsoft.com/office/powerpoint/2010/main" val="270938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7F2E9"/>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2542557-E713-57BD-D998-3C8258368152}"/>
              </a:ext>
            </a:extLst>
          </p:cNvPr>
          <p:cNvSpPr>
            <a:spLocks noGrp="1"/>
          </p:cNvSpPr>
          <p:nvPr/>
        </p:nvSpPr>
        <p:spPr>
          <a:xfrm>
            <a:off x="655405" y="1076325"/>
            <a:ext cx="7833190" cy="3524250"/>
          </a:xfrm>
        </p:spPr>
        <p:txBody>
          <a:bodyPr lIns="68115" tIns="34057" rIns="68115" bIns="34057">
            <a:noAutofit/>
          </a:bodyPr>
          <a:lstStyle/>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是一种可视化的图形建模语言，有利于实现系统开发过程中的“无歧义沟通”</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可以独立于开发过程使用</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zh-CN" altLang="en-US" sz="1616" kern="1200" dirty="0">
                <a:solidFill>
                  <a:schemeClr val="tx1"/>
                </a:solidFill>
                <a:latin typeface="Noto Sans SC"/>
                <a:ea typeface="Noto Sans SC"/>
                <a:cs typeface="Noto Sans SC"/>
              </a:rPr>
              <a:t>除了软件系统外，</a:t>
            </a: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也可以应用于其它系统的建模</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可以表达不同抽象层次的模型</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的概念模型给出了</a:t>
            </a: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的构成模型，包括构造块、规则和公共机制三个部分，其中构造块定义了</a:t>
            </a: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中的建模元素</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zh-CN" altLang="en-US" sz="1616" kern="1200" dirty="0">
                <a:solidFill>
                  <a:schemeClr val="tx1"/>
                </a:solidFill>
                <a:latin typeface="Noto Sans SC"/>
                <a:ea typeface="Noto Sans SC"/>
                <a:cs typeface="Noto Sans SC"/>
              </a:rPr>
              <a:t>图是</a:t>
            </a: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中表达系统的投影。</a:t>
            </a: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定义了两种类型的图：静态图和动态图。静态图用于系统结构建模，动态图用于系统行为建模</a:t>
            </a:r>
            <a:r>
              <a:rPr lang="en-US" altLang="zh-CN" sz="1616" kern="1200" dirty="0">
                <a:solidFill>
                  <a:schemeClr val="tx1"/>
                </a:solidFill>
                <a:latin typeface="Noto Sans SC"/>
                <a:ea typeface="Noto Sans SC"/>
                <a:cs typeface="Noto Sans SC"/>
              </a:rPr>
              <a:t>;</a:t>
            </a:r>
          </a:p>
          <a:p>
            <a:pPr marL="170287" indent="-170287" algn="l" defTabSz="681147" rtl="0" eaLnBrk="1" latinLnBrk="0" hangingPunct="1">
              <a:spcBef>
                <a:spcPts val="745"/>
              </a:spcBef>
              <a:buFont typeface="Noto Sans SC" panose="020B0604020202020204" pitchFamily="34" charset="0"/>
              <a:buChar char="•"/>
              <a:defRPr sz="1616" kern="1200">
                <a:solidFill>
                  <a:schemeClr val="tx1"/>
                </a:solidFill>
                <a:latin typeface="Noto Sans SC"/>
                <a:ea typeface="Noto Sans SC"/>
                <a:cs typeface="Noto Sans SC"/>
              </a:defRPr>
            </a:pPr>
            <a:r>
              <a:rPr lang="en-US" altLang="zh-CN" sz="1616" kern="1200" dirty="0">
                <a:solidFill>
                  <a:schemeClr val="tx1"/>
                </a:solidFill>
                <a:latin typeface="Noto Sans SC"/>
                <a:ea typeface="Noto Sans SC"/>
                <a:cs typeface="Noto Sans SC"/>
              </a:rPr>
              <a:t>UML</a:t>
            </a:r>
            <a:r>
              <a:rPr lang="zh-CN" altLang="en-US" sz="1616" kern="1200" dirty="0">
                <a:solidFill>
                  <a:schemeClr val="tx1"/>
                </a:solidFill>
                <a:latin typeface="Noto Sans SC"/>
                <a:ea typeface="Noto Sans SC"/>
                <a:cs typeface="Noto Sans SC"/>
              </a:rPr>
              <a:t>提供扩展机制支持使用者根据自身需要对其进行定制</a:t>
            </a:r>
            <a:r>
              <a:rPr lang="en-US" altLang="zh-CN" sz="1616" kern="1200" dirty="0">
                <a:solidFill>
                  <a:schemeClr val="tx1"/>
                </a:solidFill>
                <a:latin typeface="Noto Sans SC"/>
                <a:ea typeface="Noto Sans SC"/>
                <a:cs typeface="Noto Sans SC"/>
              </a:rPr>
              <a:t>;</a:t>
            </a:r>
            <a:endParaRPr lang="zh-CN" altLang="en-US" sz="1616" kern="1200" dirty="0">
              <a:solidFill>
                <a:schemeClr val="tx1"/>
              </a:solidFill>
              <a:latin typeface="Noto Sans SC"/>
              <a:ea typeface="Noto Sans SC"/>
              <a:cs typeface="Noto Sans SC"/>
            </a:endParaRPr>
          </a:p>
        </p:txBody>
      </p:sp>
      <p:sp>
        <p:nvSpPr>
          <p:cNvPr id="10000" name="frame-179">
            <a:extLst>
              <a:ext uri="{FF2B5EF4-FFF2-40B4-BE49-F238E27FC236}">
                <a16:creationId xmlns:a16="http://schemas.microsoft.com/office/drawing/2014/main" id="{BB737705-F3FC-4282-9003-ED1CEAB1E633}"/>
              </a:ext>
            </a:extLst>
          </p:cNvPr>
          <p:cNvSpPr>
            <a:spLocks noGrp="1"/>
          </p:cNvSpPr>
          <p:nvPr/>
        </p:nvSpPr>
        <p:spPr>
          <a:xfrm>
            <a:off x="476250" y="257175"/>
            <a:ext cx="6858000" cy="457200"/>
          </a:xfrm>
          <a:prstGeom prst="rect">
            <a:avLst/>
          </a:prstGeom>
          <a:noFill/>
          <a:ln w="0">
            <a:noFill/>
          </a:ln>
        </p:spPr>
        <p:txBody>
          <a:bodyPr wrap="non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课程小结</a:t>
            </a:r>
          </a:p>
        </p:txBody>
      </p:sp>
      <p:sp>
        <p:nvSpPr>
          <p:cNvPr id="10001" name="frame-180">
            <a:extLst>
              <a:ext uri="{FF2B5EF4-FFF2-40B4-BE49-F238E27FC236}">
                <a16:creationId xmlns:a16="http://schemas.microsoft.com/office/drawing/2014/main" id="{76E7BD4D-460E-422E-A9C6-2DC855CF7988}"/>
              </a:ext>
            </a:extLst>
          </p:cNvPr>
          <p:cNvSpPr>
            <a:spLocks noGrp="1"/>
          </p:cNvSpPr>
          <p:nvPr/>
        </p:nvSpPr>
        <p:spPr>
          <a:xfrm>
            <a:off x="476250" y="904875"/>
            <a:ext cx="8191500" cy="7620"/>
          </a:xfrm>
          <a:prstGeom prst="rect">
            <a:avLst/>
          </a:prstGeom>
          <a:solidFill>
            <a:srgbClr val="D9D4CA"/>
          </a:solidFill>
          <a:ln w="0">
            <a:noFill/>
          </a:ln>
        </p:spPr>
      </p:sp>
      <p:sp>
        <p:nvSpPr>
          <p:cNvPr id="10002" name="frame-181">
            <a:extLst>
              <a:ext uri="{FF2B5EF4-FFF2-40B4-BE49-F238E27FC236}">
                <a16:creationId xmlns:a16="http://schemas.microsoft.com/office/drawing/2014/main" id="{87FFBA0D-CF4B-47E9-9BDE-3F247D42EFB5}"/>
              </a:ext>
            </a:extLst>
          </p:cNvPr>
          <p:cNvSpPr>
            <a:spLocks noGrp="1"/>
          </p:cNvSpPr>
          <p:nvPr/>
        </p:nvSpPr>
        <p:spPr>
          <a:xfrm>
            <a:off x="476250" y="4762500"/>
            <a:ext cx="8191500" cy="7620"/>
          </a:xfrm>
          <a:prstGeom prst="rect">
            <a:avLst/>
          </a:prstGeom>
          <a:solidFill>
            <a:srgbClr val="D9D4CA"/>
          </a:solidFill>
          <a:ln w="0">
            <a:noFill/>
          </a:ln>
        </p:spPr>
      </p:sp>
      <p:sp>
        <p:nvSpPr>
          <p:cNvPr id="10003" name="frame-182">
            <a:extLst>
              <a:ext uri="{FF2B5EF4-FFF2-40B4-BE49-F238E27FC236}">
                <a16:creationId xmlns:a16="http://schemas.microsoft.com/office/drawing/2014/main" id="{30FC74F5-D070-4E2F-B5AA-42BFCF90883C}"/>
              </a:ext>
            </a:extLst>
          </p:cNvPr>
          <p:cNvSpPr>
            <a:spLocks noGrp="1"/>
          </p:cNvSpPr>
          <p:nvPr/>
        </p:nvSpPr>
        <p:spPr>
          <a:xfrm>
            <a:off x="476250" y="4838700"/>
            <a:ext cx="5334000" cy="161925"/>
          </a:xfrm>
          <a:prstGeom prst="rect">
            <a:avLst/>
          </a:prstGeom>
          <a:noFill/>
          <a:ln w="0">
            <a:noFill/>
          </a:ln>
        </p:spPr>
        <p:txBody>
          <a:bodyPr wrap="non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10004" name="frame-183">
            <a:extLst>
              <a:ext uri="{FF2B5EF4-FFF2-40B4-BE49-F238E27FC236}">
                <a16:creationId xmlns:a16="http://schemas.microsoft.com/office/drawing/2014/main" id="{F88CA07F-BC46-41E1-B2F7-195A73864715}"/>
              </a:ext>
            </a:extLst>
          </p:cNvPr>
          <p:cNvSpPr>
            <a:spLocks noGrp="1"/>
          </p:cNvSpPr>
          <p:nvPr/>
        </p:nvSpPr>
        <p:spPr>
          <a:xfrm>
            <a:off x="6934200" y="4829175"/>
            <a:ext cx="1733550" cy="180975"/>
          </a:xfrm>
          <a:prstGeom prst="rect">
            <a:avLst/>
          </a:prstGeom>
          <a:noFill/>
          <a:ln w="0">
            <a:noFill/>
          </a:ln>
        </p:spPr>
        <p:txBody>
          <a:bodyPr wrap="non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37 / 38</a:t>
            </a:r>
          </a:p>
        </p:txBody>
      </p:sp>
      <p:pic>
        <p:nvPicPr>
          <p:cNvPr id="10005" name="Picture 10004"/>
          <p:cNvPicPr>
            <a:picLocks noChangeAspect="1"/>
          </p:cNvPicPr>
          <p:nvPr/>
        </p:nvPicPr>
        <p:blipFill>
          <a:blip r:embed="rId2"/>
          <a:stretch/>
        </p:blipFill>
        <p:spPr>
          <a:xfrm>
            <a:off x="7496175" y="347601"/>
            <a:ext cx="1171575" cy="219198"/>
          </a:xfrm>
          <a:prstGeom prst="rect">
            <a:avLst/>
          </a:prstGeom>
        </p:spPr>
      </p:pic>
    </p:spTree>
    <p:extLst>
      <p:ext uri="{BB962C8B-B14F-4D97-AF65-F5344CB8AC3E}">
        <p14:creationId xmlns:p14="http://schemas.microsoft.com/office/powerpoint/2010/main" val="2150690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2E9"/>
        </a:solidFill>
        <a:effectLst/>
      </p:bgPr>
    </p:bg>
    <p:spTree>
      <p:nvGrpSpPr>
        <p:cNvPr id="1" name=""/>
        <p:cNvGrpSpPr/>
        <p:nvPr/>
      </p:nvGrpSpPr>
      <p:grpSpPr>
        <a:xfrm>
          <a:off x="0" y="0"/>
          <a:ext cx="0" cy="0"/>
          <a:chOff x="0" y="0"/>
          <a:chExt cx="0" cy="0"/>
        </a:xfrm>
      </p:grpSpPr>
      <p:sp>
        <p:nvSpPr>
          <p:cNvPr id="17" name="review-35">
            <a:extLst>
              <a:ext uri="{FF2B5EF4-FFF2-40B4-BE49-F238E27FC236}">
                <a16:creationId xmlns:a16="http://schemas.microsoft.com/office/drawing/2014/main" id="{854836DF-EA95-497B-83C2-3A316EE676BE}"/>
              </a:ext>
            </a:extLst>
          </p:cNvPr>
          <p:cNvSpPr>
            <a:spLocks noGrp="1"/>
          </p:cNvSpPr>
          <p:nvPr/>
        </p:nvSpPr>
        <p:spPr>
          <a:xfrm>
            <a:off x="476250" y="257175"/>
            <a:ext cx="6858000" cy="457200"/>
          </a:xfrm>
          <a:prstGeom prst="rect">
            <a:avLst/>
          </a:prstGeom>
          <a:noFill/>
          <a:ln w="0">
            <a:noFill/>
          </a:ln>
        </p:spPr>
        <p:txBody>
          <a:bodyPr wrap="square" lIns="0" tIns="0" rIns="0" bIns="0" anchor="ctr">
            <a:noAutofit/>
          </a:bodyPr>
          <a:lstStyle/>
          <a:p>
            <a:pPr algn="l">
              <a:defRPr sz="2325" b="1">
                <a:solidFill>
                  <a:srgbClr val="1A1A1A"/>
                </a:solidFill>
                <a:latin typeface="Noto Serif SC Bold"/>
                <a:ea typeface="Noto Serif SC Bold"/>
                <a:cs typeface="Noto Serif SC Bold"/>
              </a:defRPr>
            </a:pPr>
            <a:r>
              <a:rPr sz="2325" b="1">
                <a:solidFill>
                  <a:srgbClr val="1A1A1A"/>
                </a:solidFill>
                <a:latin typeface="Noto Serif SC Bold"/>
                <a:ea typeface="Noto Serif SC Bold"/>
                <a:cs typeface="Noto Serif SC Bold"/>
              </a:rPr>
              <a:t>参考资料 / References</a:t>
            </a:r>
          </a:p>
        </p:txBody>
      </p:sp>
      <p:sp>
        <p:nvSpPr>
          <p:cNvPr id="2" name="rule-36">
            <a:extLst>
              <a:ext uri="{FF2B5EF4-FFF2-40B4-BE49-F238E27FC236}">
                <a16:creationId xmlns:a16="http://schemas.microsoft.com/office/drawing/2014/main" id="{F49F6BAB-8E4A-4D88-9862-9D3604F1F821}"/>
              </a:ext>
            </a:extLst>
          </p:cNvPr>
          <p:cNvSpPr>
            <a:spLocks noGrp="1"/>
          </p:cNvSpPr>
          <p:nvPr/>
        </p:nvSpPr>
        <p:spPr>
          <a:xfrm>
            <a:off x="476250" y="904875"/>
            <a:ext cx="8191500" cy="7620"/>
          </a:xfrm>
          <a:prstGeom prst="rect">
            <a:avLst/>
          </a:prstGeom>
          <a:solidFill>
            <a:srgbClr val="D9D4CA"/>
          </a:solidFill>
          <a:ln w="0">
            <a:noFill/>
          </a:ln>
        </p:spPr>
      </p:sp>
      <p:sp>
        <p:nvSpPr>
          <p:cNvPr id="3" name="rule-37">
            <a:extLst>
              <a:ext uri="{FF2B5EF4-FFF2-40B4-BE49-F238E27FC236}">
                <a16:creationId xmlns:a16="http://schemas.microsoft.com/office/drawing/2014/main" id="{35948FCE-ED63-4435-97C5-BB7074C94462}"/>
              </a:ext>
            </a:extLst>
          </p:cNvPr>
          <p:cNvSpPr>
            <a:spLocks noGrp="1"/>
          </p:cNvSpPr>
          <p:nvPr/>
        </p:nvSpPr>
        <p:spPr>
          <a:xfrm>
            <a:off x="476250" y="4762500"/>
            <a:ext cx="8191500" cy="7620"/>
          </a:xfrm>
          <a:prstGeom prst="rect">
            <a:avLst/>
          </a:prstGeom>
          <a:solidFill>
            <a:srgbClr val="D9D4CA"/>
          </a:solidFill>
          <a:ln w="0">
            <a:noFill/>
          </a:ln>
        </p:spPr>
      </p:sp>
      <p:sp>
        <p:nvSpPr>
          <p:cNvPr id="4" name="review-38">
            <a:extLst>
              <a:ext uri="{FF2B5EF4-FFF2-40B4-BE49-F238E27FC236}">
                <a16:creationId xmlns:a16="http://schemas.microsoft.com/office/drawing/2014/main" id="{5F375030-A493-4F1B-80F0-65FAF289D583}"/>
              </a:ext>
            </a:extLst>
          </p:cNvPr>
          <p:cNvSpPr>
            <a:spLocks noGrp="1"/>
          </p:cNvSpPr>
          <p:nvPr/>
        </p:nvSpPr>
        <p:spPr>
          <a:xfrm>
            <a:off x="476250" y="4838700"/>
            <a:ext cx="5334000" cy="161925"/>
          </a:xfrm>
          <a:prstGeom prst="rect">
            <a:avLst/>
          </a:prstGeom>
          <a:noFill/>
          <a:ln w="0">
            <a:noFill/>
          </a:ln>
        </p:spPr>
        <p:txBody>
          <a:bodyPr wrap="square" lIns="0" tIns="0" rIns="0" bIns="0" anchor="ctr">
            <a:noAutofit/>
          </a:bodyPr>
          <a:lstStyle/>
          <a:p>
            <a:pPr algn="l">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软件开发过程与技术</a:t>
            </a:r>
          </a:p>
        </p:txBody>
      </p:sp>
      <p:sp>
        <p:nvSpPr>
          <p:cNvPr id="5" name="review-39">
            <a:extLst>
              <a:ext uri="{FF2B5EF4-FFF2-40B4-BE49-F238E27FC236}">
                <a16:creationId xmlns:a16="http://schemas.microsoft.com/office/drawing/2014/main" id="{F19BB012-9DD0-43AC-A72A-3287D8D530A7}"/>
              </a:ext>
            </a:extLst>
          </p:cNvPr>
          <p:cNvSpPr>
            <a:spLocks noGrp="1"/>
          </p:cNvSpPr>
          <p:nvPr/>
        </p:nvSpPr>
        <p:spPr>
          <a:xfrm>
            <a:off x="6934200" y="4829175"/>
            <a:ext cx="1733550" cy="180975"/>
          </a:xfrm>
          <a:prstGeom prst="rect">
            <a:avLst/>
          </a:prstGeom>
          <a:noFill/>
          <a:ln w="0">
            <a:noFill/>
          </a:ln>
        </p:spPr>
        <p:txBody>
          <a:bodyPr wrap="square" lIns="0" tIns="0" rIns="0" bIns="0" anchor="ctr">
            <a:noAutofit/>
          </a:bodyPr>
          <a:lstStyle/>
          <a:p>
            <a:pPr algn="r">
              <a:defRPr sz="863" b="0">
                <a:solidFill>
                  <a:srgbClr val="666666"/>
                </a:solidFill>
                <a:latin typeface="Noto Sans SC"/>
                <a:ea typeface="Noto Sans SC"/>
                <a:cs typeface="Noto Sans SC"/>
              </a:defRPr>
            </a:pPr>
            <a:r>
              <a:rPr sz="863" b="0">
                <a:solidFill>
                  <a:srgbClr val="666666"/>
                </a:solidFill>
                <a:latin typeface="Noto Sans SC"/>
                <a:ea typeface="Noto Sans SC"/>
                <a:cs typeface="Noto Sans SC"/>
              </a:rPr>
              <a:t>Ch2.1  38 / 38</a:t>
            </a:r>
          </a:p>
        </p:txBody>
      </p:sp>
      <p:pic>
        <p:nvPicPr>
          <p:cNvPr id="22" name="Picture 21"/>
          <p:cNvPicPr>
            <a:picLocks noChangeAspect="1"/>
          </p:cNvPicPr>
          <p:nvPr/>
        </p:nvPicPr>
        <p:blipFill>
          <a:blip r:embed="rId3"/>
          <a:stretch/>
        </p:blipFill>
        <p:spPr>
          <a:xfrm>
            <a:off x="7496175" y="347601"/>
            <a:ext cx="1171575" cy="219198"/>
          </a:xfrm>
          <a:prstGeom prst="rect">
            <a:avLst/>
          </a:prstGeom>
        </p:spPr>
      </p:pic>
      <p:sp>
        <p:nvSpPr>
          <p:cNvPr id="7" name="review-40">
            <a:extLst>
              <a:ext uri="{FF2B5EF4-FFF2-40B4-BE49-F238E27FC236}">
                <a16:creationId xmlns:a16="http://schemas.microsoft.com/office/drawing/2014/main" id="{AE1E4674-E151-4906-B329-39186E23AAF1}"/>
              </a:ext>
            </a:extLst>
          </p:cNvPr>
          <p:cNvSpPr>
            <a:spLocks noGrp="1"/>
          </p:cNvSpPr>
          <p:nvPr/>
        </p:nvSpPr>
        <p:spPr>
          <a:xfrm>
            <a:off x="495300" y="1095375"/>
            <a:ext cx="8096250" cy="466725"/>
          </a:xfrm>
          <a:prstGeom prst="rect">
            <a:avLst/>
          </a:prstGeom>
          <a:noFill/>
          <a:ln w="0">
            <a:noFill/>
          </a:ln>
        </p:spPr>
        <p:txBody>
          <a:bodyPr wrap="square" lIns="0" tIns="0" rIns="0" bIns="0" anchor="ctr">
            <a:noAutofit/>
          </a:bodyPr>
          <a:lstStyle/>
          <a:p>
            <a:pPr algn="l">
              <a:defRPr sz="1650" b="1">
                <a:solidFill>
                  <a:srgbClr val="1F2A44"/>
                </a:solidFill>
                <a:latin typeface="Noto Sans SC"/>
                <a:ea typeface="Noto Sans SC"/>
                <a:cs typeface="Noto Sans SC"/>
              </a:defRPr>
            </a:pPr>
            <a:r>
              <a:rPr sz="1650" b="1">
                <a:solidFill>
                  <a:srgbClr val="1F2A44"/>
                </a:solidFill>
                <a:latin typeface="Noto Sans SC"/>
                <a:ea typeface="Noto Sans SC"/>
                <a:cs typeface="Noto Sans SC"/>
              </a:rPr>
              <a:t>本课件基于孙海英老师、苏亭老师的软件工程课程教学资料整理。</a:t>
            </a:r>
          </a:p>
        </p:txBody>
      </p:sp>
      <p:sp>
        <p:nvSpPr>
          <p:cNvPr id="8" name="review-41">
            <a:extLst>
              <a:ext uri="{FF2B5EF4-FFF2-40B4-BE49-F238E27FC236}">
                <a16:creationId xmlns:a16="http://schemas.microsoft.com/office/drawing/2014/main" id="{2805E7EB-4691-4B22-B746-F0DC924A0D70}"/>
              </a:ext>
            </a:extLst>
          </p:cNvPr>
          <p:cNvSpPr>
            <a:spLocks noGrp="1"/>
          </p:cNvSpPr>
          <p:nvPr/>
        </p:nvSpPr>
        <p:spPr>
          <a:xfrm>
            <a:off x="495300" y="1743075"/>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孙海英老师</a:t>
            </a:r>
          </a:p>
        </p:txBody>
      </p:sp>
      <p:sp>
        <p:nvSpPr>
          <p:cNvPr id="9" name="review-42">
            <a:extLst>
              <a:ext uri="{FF2B5EF4-FFF2-40B4-BE49-F238E27FC236}">
                <a16:creationId xmlns:a16="http://schemas.microsoft.com/office/drawing/2014/main" id="{224C6162-DDC3-4D6E-B7CA-3CE61CB7D403}"/>
              </a:ext>
            </a:extLst>
          </p:cNvPr>
          <p:cNvSpPr>
            <a:spLocks noGrp="1"/>
          </p:cNvSpPr>
          <p:nvPr/>
        </p:nvSpPr>
        <p:spPr>
          <a:xfrm>
            <a:off x="2476500" y="1743075"/>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《软件工程实践》课程课件</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Ch2.1 UML 基础：UML 的概念模型（本讲主体内容与图示）</a:t>
            </a:r>
          </a:p>
        </p:txBody>
      </p:sp>
      <p:sp>
        <p:nvSpPr>
          <p:cNvPr id="10" name="rule-43">
            <a:extLst>
              <a:ext uri="{FF2B5EF4-FFF2-40B4-BE49-F238E27FC236}">
                <a16:creationId xmlns:a16="http://schemas.microsoft.com/office/drawing/2014/main" id="{545FA7AA-55AF-41FA-8A17-0B3CF590F785}"/>
              </a:ext>
            </a:extLst>
          </p:cNvPr>
          <p:cNvSpPr>
            <a:spLocks noGrp="1"/>
          </p:cNvSpPr>
          <p:nvPr/>
        </p:nvSpPr>
        <p:spPr>
          <a:xfrm>
            <a:off x="476250" y="2409825"/>
            <a:ext cx="8191500" cy="7620"/>
          </a:xfrm>
          <a:prstGeom prst="rect">
            <a:avLst/>
          </a:prstGeom>
          <a:solidFill>
            <a:srgbClr val="D9D4CA"/>
          </a:solidFill>
          <a:ln w="0">
            <a:noFill/>
          </a:ln>
        </p:spPr>
      </p:sp>
      <p:sp>
        <p:nvSpPr>
          <p:cNvPr id="11" name="review-44">
            <a:extLst>
              <a:ext uri="{FF2B5EF4-FFF2-40B4-BE49-F238E27FC236}">
                <a16:creationId xmlns:a16="http://schemas.microsoft.com/office/drawing/2014/main" id="{464D2AC4-4D05-42C2-9EC6-836A8856A838}"/>
              </a:ext>
            </a:extLst>
          </p:cNvPr>
          <p:cNvSpPr>
            <a:spLocks noGrp="1"/>
          </p:cNvSpPr>
          <p:nvPr/>
        </p:nvSpPr>
        <p:spPr>
          <a:xfrm>
            <a:off x="495300" y="2609850"/>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苏亭老师</a:t>
            </a:r>
          </a:p>
        </p:txBody>
      </p:sp>
      <p:sp>
        <p:nvSpPr>
          <p:cNvPr id="12" name="review-45">
            <a:extLst>
              <a:ext uri="{FF2B5EF4-FFF2-40B4-BE49-F238E27FC236}">
                <a16:creationId xmlns:a16="http://schemas.microsoft.com/office/drawing/2014/main" id="{F7E31D62-1FCA-4330-9871-AE8B3D48631E}"/>
              </a:ext>
            </a:extLst>
          </p:cNvPr>
          <p:cNvSpPr>
            <a:spLocks noGrp="1"/>
          </p:cNvSpPr>
          <p:nvPr/>
        </p:nvSpPr>
        <p:spPr>
          <a:xfrm>
            <a:off x="2476500" y="2609850"/>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软件工程课程课件：Lecture 1: Introduction</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Lecture 2: Software Development Lifecycle</a:t>
            </a:r>
          </a:p>
        </p:txBody>
      </p:sp>
      <p:sp>
        <p:nvSpPr>
          <p:cNvPr id="13" name="rule-46">
            <a:extLst>
              <a:ext uri="{FF2B5EF4-FFF2-40B4-BE49-F238E27FC236}">
                <a16:creationId xmlns:a16="http://schemas.microsoft.com/office/drawing/2014/main" id="{2D012559-EC61-4080-AFAC-921AEB8EA131}"/>
              </a:ext>
            </a:extLst>
          </p:cNvPr>
          <p:cNvSpPr>
            <a:spLocks noGrp="1"/>
          </p:cNvSpPr>
          <p:nvPr/>
        </p:nvSpPr>
        <p:spPr>
          <a:xfrm>
            <a:off x="476250" y="3276600"/>
            <a:ext cx="8191500" cy="7620"/>
          </a:xfrm>
          <a:prstGeom prst="rect">
            <a:avLst/>
          </a:prstGeom>
          <a:solidFill>
            <a:srgbClr val="D9D4CA"/>
          </a:solidFill>
          <a:ln w="0">
            <a:noFill/>
          </a:ln>
        </p:spPr>
      </p:sp>
      <p:sp>
        <p:nvSpPr>
          <p:cNvPr id="14" name="review-47">
            <a:extLst>
              <a:ext uri="{FF2B5EF4-FFF2-40B4-BE49-F238E27FC236}">
                <a16:creationId xmlns:a16="http://schemas.microsoft.com/office/drawing/2014/main" id="{24C1AB63-A5BE-475A-B3CF-89B457ED4BA8}"/>
              </a:ext>
            </a:extLst>
          </p:cNvPr>
          <p:cNvSpPr>
            <a:spLocks noGrp="1"/>
          </p:cNvSpPr>
          <p:nvPr/>
        </p:nvSpPr>
        <p:spPr>
          <a:xfrm>
            <a:off x="495300" y="3476625"/>
            <a:ext cx="1905000" cy="523875"/>
          </a:xfrm>
          <a:prstGeom prst="rect">
            <a:avLst/>
          </a:prstGeom>
          <a:noFill/>
          <a:ln w="0">
            <a:noFill/>
          </a:ln>
        </p:spPr>
        <p:txBody>
          <a:bodyPr wrap="square" lIns="0" tIns="0" rIns="0" bIns="0" anchor="ctr">
            <a:noAutofit/>
          </a:bodyPr>
          <a:lstStyle/>
          <a:p>
            <a:pPr algn="l">
              <a:defRPr sz="1725" b="1">
                <a:solidFill>
                  <a:srgbClr val="1F2A44"/>
                </a:solidFill>
                <a:latin typeface="Noto Sans SC"/>
                <a:ea typeface="Noto Sans SC"/>
                <a:cs typeface="Noto Sans SC"/>
              </a:defRPr>
            </a:pPr>
            <a:r>
              <a:rPr sz="1725" b="1">
                <a:solidFill>
                  <a:srgbClr val="1F2A44"/>
                </a:solidFill>
                <a:latin typeface="Noto Sans SC"/>
                <a:ea typeface="Noto Sans SC"/>
                <a:cs typeface="Noto Sans SC"/>
              </a:rPr>
              <a:t>教材参考</a:t>
            </a:r>
          </a:p>
        </p:txBody>
      </p:sp>
      <p:sp>
        <p:nvSpPr>
          <p:cNvPr id="15" name="review-48">
            <a:extLst>
              <a:ext uri="{FF2B5EF4-FFF2-40B4-BE49-F238E27FC236}">
                <a16:creationId xmlns:a16="http://schemas.microsoft.com/office/drawing/2014/main" id="{475AE941-1CE5-4FC9-AE92-77EA7AB2267C}"/>
              </a:ext>
            </a:extLst>
          </p:cNvPr>
          <p:cNvSpPr>
            <a:spLocks noGrp="1"/>
          </p:cNvSpPr>
          <p:nvPr/>
        </p:nvSpPr>
        <p:spPr>
          <a:xfrm>
            <a:off x="2476500" y="3476625"/>
            <a:ext cx="6143625" cy="609600"/>
          </a:xfrm>
          <a:prstGeom prst="rect">
            <a:avLst/>
          </a:prstGeom>
          <a:noFill/>
          <a:ln w="0">
            <a:noFill/>
          </a:ln>
        </p:spPr>
        <p:txBody>
          <a:bodyPr wrap="square" lIns="0" tIns="0" rIns="0" bIns="0" anchor="ctr">
            <a:noAutofit/>
          </a:bodyPr>
          <a:lstStyle/>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Grady Booch, James Rumbaugh, Ivar Jacobson</a:t>
            </a:r>
          </a:p>
          <a:p>
            <a:pPr algn="l">
              <a:defRPr sz="1613" b="0">
                <a:solidFill>
                  <a:srgbClr val="1A1A1A"/>
                </a:solidFill>
                <a:latin typeface="Noto Sans SC"/>
                <a:ea typeface="Noto Sans SC"/>
                <a:cs typeface="Noto Sans SC"/>
              </a:defRPr>
            </a:pPr>
            <a:r>
              <a:rPr sz="1613" b="0">
                <a:solidFill>
                  <a:srgbClr val="1A1A1A"/>
                </a:solidFill>
                <a:latin typeface="Noto Sans SC"/>
                <a:ea typeface="Noto Sans SC"/>
                <a:cs typeface="Noto Sans SC"/>
              </a:rPr>
              <a:t>《UML 用户指南》第 2 版（修订版），人民邮电出版社，2012</a:t>
            </a:r>
          </a:p>
        </p:txBody>
      </p:sp>
      <p:sp>
        <p:nvSpPr>
          <p:cNvPr id="16" name="review-49">
            <a:extLst>
              <a:ext uri="{FF2B5EF4-FFF2-40B4-BE49-F238E27FC236}">
                <a16:creationId xmlns:a16="http://schemas.microsoft.com/office/drawing/2014/main" id="{20632899-3DE4-4A70-B87F-8FDA743B9DDA}"/>
              </a:ext>
            </a:extLst>
          </p:cNvPr>
          <p:cNvSpPr>
            <a:spLocks noGrp="1"/>
          </p:cNvSpPr>
          <p:nvPr/>
        </p:nvSpPr>
        <p:spPr>
          <a:xfrm>
            <a:off x="495300" y="4429125"/>
            <a:ext cx="8134350" cy="247650"/>
          </a:xfrm>
          <a:prstGeom prst="rect">
            <a:avLst/>
          </a:prstGeom>
          <a:noFill/>
          <a:ln w="0">
            <a:noFill/>
          </a:ln>
        </p:spPr>
        <p:txBody>
          <a:bodyPr wrap="square" lIns="0" tIns="0" rIns="0" bIns="0" anchor="ctr">
            <a:noAutofit/>
          </a:bodyPr>
          <a:lstStyle/>
          <a:p>
            <a:pPr algn="l">
              <a:defRPr sz="1275" b="0">
                <a:solidFill>
                  <a:srgbClr val="666666"/>
                </a:solidFill>
                <a:latin typeface="Noto Sans SC"/>
                <a:ea typeface="Noto Sans SC"/>
                <a:cs typeface="Noto Sans SC"/>
              </a:defRPr>
            </a:pPr>
            <a:r>
              <a:rPr sz="1275" b="0">
                <a:solidFill>
                  <a:srgbClr val="666666"/>
                </a:solidFill>
                <a:latin typeface="Noto Sans SC"/>
                <a:ea typeface="Noto Sans SC"/>
                <a:cs typeface="Noto Sans SC"/>
              </a:rPr>
              <a:t>感谢两位老师提供的教学资料。</a:t>
            </a:r>
          </a:p>
        </p:txBody>
      </p:sp>
    </p:spTree>
    <p:extLst>
      <p:ext uri="{BB962C8B-B14F-4D97-AF65-F5344CB8AC3E}">
        <p14:creationId xmlns:p14="http://schemas.microsoft.com/office/powerpoint/2010/main" val="21023793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vector"/>
</p:tagLst>
</file>

<file path=ppt/tags/tag2.xml><?xml version="1.0" encoding="utf-8"?>
<p:tagLst xmlns:a="http://schemas.openxmlformats.org/drawingml/2006/main" xmlns:r="http://schemas.openxmlformats.org/officeDocument/2006/relationships" xmlns:p="http://schemas.openxmlformats.org/presentationml/2006/main">
  <p:tag name="TYPE" val="vector"/>
</p:tagLst>
</file>

<file path=ppt/tags/tag3.xml><?xml version="1.0" encoding="utf-8"?>
<p:tagLst xmlns:a="http://schemas.openxmlformats.org/drawingml/2006/main" xmlns:r="http://schemas.openxmlformats.org/officeDocument/2006/relationships" xmlns:p="http://schemas.openxmlformats.org/presentationml/2006/main">
  <p:tag name="OP_SCP_SHAPE_TYPE" val="Index"/>
  <p:tag name="OP_SCP_ITEM_INDEX" val="1"/>
  <p:tag name="OP_SCP_DEFAULT_TEXT" val="01"/>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添加标题"/>
</p:tagLst>
</file>

<file path=ppt/tags/tag5.xml><?xml version="1.0" encoding="utf-8"?>
<p:tagLst xmlns:a="http://schemas.openxmlformats.org/drawingml/2006/main" xmlns:r="http://schemas.openxmlformats.org/officeDocument/2006/relationships" xmlns:p="http://schemas.openxmlformats.org/presentationml/2006/main">
  <p:tag name="OP_SCP_SHAPE_TYPE" val="Index"/>
  <p:tag name="OP_SCP_ITEM_INDEX" val="2"/>
  <p:tag name="OP_SCP_DEFAULT_TEXT" val="02"/>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2"/>
</p:tagLst>
</file>

<file path=ppt/tags/tag7.xml><?xml version="1.0" encoding="utf-8"?>
<p:tagLst xmlns:a="http://schemas.openxmlformats.org/drawingml/2006/main" xmlns:r="http://schemas.openxmlformats.org/officeDocument/2006/relationships" xmlns:p="http://schemas.openxmlformats.org/presentationml/2006/main">
  <p:tag name="OP_SCP_SHAPE_TYPE" val="Index"/>
  <p:tag name="OP_SCP_ITEM_INDEX" val="3"/>
  <p:tag name="OP_SCP_DEFAULT_TEXT" val="03"/>
</p:tagLst>
</file>

<file path=ppt/tags/tag8.xml><?xml version="1.0" encoding="utf-8"?>
<p:tagLst xmlns:a="http://schemas.openxmlformats.org/drawingml/2006/main" xmlns:r="http://schemas.openxmlformats.org/officeDocument/2006/relationships" xmlns:p="http://schemas.openxmlformats.org/presentationml/2006/main">
  <p:tag name="OP_SCP_SHAPE_TYPE" val="Title"/>
  <p:tag name="OP_SCP_DEFAULT_TEXT" val="添加标题"/>
  <p:tag name="OP_SCP_ITEM_INDEX" val="3"/>
</p:tagLst>
</file>

<file path=ppt/tags/tag9.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输入标题"/>
</p:tagLst>
</file>

<file path=ppt/tags/tag10.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输入标题"/>
</p:tagLst>
</file>

<file path=ppt/tags/tag11.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输入标题"/>
</p:tagLst>
</file>

<file path=ppt/tags/tag1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单击此处输入"/>
</p:tagLst>
</file>

<file path=ppt/tags/tag13.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单击此处输入"/>
</p:tagLst>
</file>

<file path=ppt/tags/tag1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单击此处输入"/>
</p:tagLst>
</file>

<file path=ppt/theme/theme1.xml><?xml version="1.0" encoding="utf-8"?>
<a:theme xmlns:a="http://schemas.openxmlformats.org/drawingml/2006/main" name="Office 主题​​">
  <a:themeElements>
    <a:clrScheme name="Office">
      <a:dk1>
        <a:srgbClr val="1A1A1A"/>
      </a:dk1>
      <a:lt1>
        <a:sysClr val="window" lastClr="FFFFFF"/>
      </a:lt1>
      <a:dk2>
        <a:srgbClr val="1F2A44"/>
      </a:dk2>
      <a:lt2>
        <a:srgbClr val="E8E8E8"/>
      </a:lt2>
      <a:accent1>
        <a:srgbClr val="1F2A44"/>
      </a:accent1>
      <a:accent2>
        <a:srgbClr val="A41F35"/>
      </a:accent2>
      <a:accent3>
        <a:srgbClr val="32634F"/>
      </a:accent3>
      <a:accent4>
        <a:srgbClr val="5C7A9C"/>
      </a:accent4>
      <a:accent5>
        <a:srgbClr val="A02B93"/>
      </a:accent5>
      <a:accent6>
        <a:srgbClr val="4EA72E"/>
      </a:accent6>
      <a:hlink>
        <a:srgbClr val="467886"/>
      </a:hlink>
      <a:folHlink>
        <a:srgbClr val="96607D"/>
      </a:folHlink>
    </a:clrScheme>
    <a:fontScheme name="Calibri">
      <a:majorFont>
        <a:latin typeface="Noto Sans SC" panose="020F0502020204030204"/>
        <a:ea typeface="Noto Sans SC"/>
        <a:cs typeface="Noto Sans SC"/>
        <a:font script="Jpan" typeface="Noto Sans SC"/>
        <a:font script="Hang" typeface="Noto Sans SC"/>
        <a:font script="Hans" typeface="Noto Sans SC"/>
        <a:font script="Hant" typeface="Noto Sans SC"/>
        <a:font script="Arab" typeface="Noto Sans SC"/>
        <a:font script="Hebr" typeface="Noto Sans SC"/>
        <a:font script="Thai" typeface="Noto Sans SC"/>
        <a:font script="Ethi" typeface="Noto Sans SC"/>
        <a:font script="Beng" typeface="Noto Sans SC"/>
        <a:font script="Gujr" typeface="Noto Sans SC"/>
        <a:font script="Khmr" typeface="Noto Sans SC"/>
        <a:font script="Knda" typeface="Noto Sans SC"/>
        <a:font script="Guru" typeface="Noto Sans SC"/>
        <a:font script="Cans" typeface="Noto Sans SC"/>
        <a:font script="Cher" typeface="Noto Sans SC"/>
        <a:font script="Yiii" typeface="Noto Sans SC"/>
        <a:font script="Tibt" typeface="Noto Sans SC"/>
        <a:font script="Thaa" typeface="Noto Sans SC"/>
        <a:font script="Deva" typeface="Noto Sans SC"/>
        <a:font script="Telu" typeface="Noto Sans SC"/>
        <a:font script="Taml" typeface="Noto Sans SC"/>
        <a:font script="Syrc" typeface="Noto Sans SC"/>
        <a:font script="Orya" typeface="Noto Sans SC"/>
        <a:font script="Mlym" typeface="Noto Sans SC"/>
        <a:font script="Laoo" typeface="Noto Sans SC"/>
        <a:font script="Sinh" typeface="Noto Sans SC"/>
        <a:font script="Mong" typeface="Noto Sans SC"/>
        <a:font script="Viet" typeface="Noto Sans SC"/>
        <a:font script="Uigh" typeface="Noto Sans SC"/>
        <a:font script="Geor" typeface="Noto Sans SC"/>
      </a:majorFont>
      <a:minorFont>
        <a:latin typeface="Noto Sans SC" panose="020F0502020204030204"/>
        <a:ea typeface="Noto Sans SC"/>
        <a:cs typeface="Noto Sans SC"/>
        <a:font script="Jpan" typeface="Noto Sans SC"/>
        <a:font script="Hang" typeface="Noto Sans SC"/>
        <a:font script="Hans" typeface="Noto Sans SC"/>
        <a:font script="Hant" typeface="Noto Sans SC"/>
        <a:font script="Arab" typeface="Noto Sans SC"/>
        <a:font script="Hebr" typeface="Noto Sans SC"/>
        <a:font script="Thai" typeface="Noto Sans SC"/>
        <a:font script="Ethi" typeface="Noto Sans SC"/>
        <a:font script="Beng" typeface="Noto Sans SC"/>
        <a:font script="Gujr" typeface="Noto Sans SC"/>
        <a:font script="Khmr" typeface="Noto Sans SC"/>
        <a:font script="Knda" typeface="Noto Sans SC"/>
        <a:font script="Guru" typeface="Noto Sans SC"/>
        <a:font script="Cans" typeface="Noto Sans SC"/>
        <a:font script="Cher" typeface="Noto Sans SC"/>
        <a:font script="Yiii" typeface="Noto Sans SC"/>
        <a:font script="Tibt" typeface="Noto Sans SC"/>
        <a:font script="Thaa" typeface="Noto Sans SC"/>
        <a:font script="Deva" typeface="Noto Sans SC"/>
        <a:font script="Telu" typeface="Noto Sans SC"/>
        <a:font script="Taml" typeface="Noto Sans SC"/>
        <a:font script="Syrc" typeface="Noto Sans SC"/>
        <a:font script="Orya" typeface="Noto Sans SC"/>
        <a:font script="Mlym" typeface="Noto Sans SC"/>
        <a:font script="Laoo" typeface="Noto Sans SC"/>
        <a:font script="Sinh" typeface="Noto Sans SC"/>
        <a:font script="Mong" typeface="Noto Sans SC"/>
        <a:font script="Viet" typeface="Noto Sans SC"/>
        <a:font script="Uigh" typeface="Noto Sans SC"/>
        <a:font script="Geor" typeface="Noto Sans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主题​​">
  <a:themeElements>
    <a:clrScheme name="Office">
      <a:dk1>
        <a:srgbClr val="1A1A1A"/>
      </a:dk1>
      <a:lt1>
        <a:sysClr val="window" lastClr="FFFFFF"/>
      </a:lt1>
      <a:dk2>
        <a:srgbClr val="1F2A44"/>
      </a:dk2>
      <a:lt2>
        <a:srgbClr val="E8E8E8"/>
      </a:lt2>
      <a:accent1>
        <a:srgbClr val="1F2A44"/>
      </a:accent1>
      <a:accent2>
        <a:srgbClr val="A41F35"/>
      </a:accent2>
      <a:accent3>
        <a:srgbClr val="32634F"/>
      </a:accent3>
      <a:accent4>
        <a:srgbClr val="5C7A9C"/>
      </a:accent4>
      <a:accent5>
        <a:srgbClr val="A02B93"/>
      </a:accent5>
      <a:accent6>
        <a:srgbClr val="4EA72E"/>
      </a:accent6>
      <a:hlink>
        <a:srgbClr val="467886"/>
      </a:hlink>
      <a:folHlink>
        <a:srgbClr val="96607D"/>
      </a:folHlink>
    </a:clrScheme>
    <a:fontScheme name="Office">
      <a:majorFont>
        <a:latin typeface="Noto Sans SC" panose="02110004020202020204"/>
        <a:ea typeface="Noto Sans SC"/>
        <a:cs typeface="Noto Sans SC"/>
        <a:font script="Jpan" typeface="Noto Sans SC"/>
        <a:font script="Hang" typeface="Noto Sans SC"/>
        <a:font script="Hans" typeface="Noto Sans SC"/>
        <a:font script="Hant" typeface="Noto Sans SC"/>
        <a:font script="Arab" typeface="Noto Sans SC"/>
        <a:font script="Hebr" typeface="Noto Sans SC"/>
        <a:font script="Thai" typeface="Noto Sans SC"/>
        <a:font script="Ethi" typeface="Noto Sans SC"/>
        <a:font script="Beng" typeface="Noto Sans SC"/>
        <a:font script="Gujr" typeface="Noto Sans SC"/>
        <a:font script="Khmr" typeface="Noto Sans SC"/>
        <a:font script="Knda" typeface="Noto Sans SC"/>
        <a:font script="Guru" typeface="Noto Sans SC"/>
        <a:font script="Cans" typeface="Noto Sans SC"/>
        <a:font script="Cher" typeface="Noto Sans SC"/>
        <a:font script="Yiii" typeface="Noto Sans SC"/>
        <a:font script="Tibt" typeface="Noto Sans SC"/>
        <a:font script="Thaa" typeface="Noto Sans SC"/>
        <a:font script="Deva" typeface="Noto Sans SC"/>
        <a:font script="Telu" typeface="Noto Sans SC"/>
        <a:font script="Taml" typeface="Noto Sans SC"/>
        <a:font script="Syrc" typeface="Noto Sans SC"/>
        <a:font script="Orya" typeface="Noto Sans SC"/>
        <a:font script="Mlym" typeface="Noto Sans SC"/>
        <a:font script="Laoo" typeface="Noto Sans SC"/>
        <a:font script="Sinh" typeface="Noto Sans SC"/>
        <a:font script="Mong" typeface="Noto Sans SC"/>
        <a:font script="Viet" typeface="Noto Sans SC"/>
        <a:font script="Uigh" typeface="Noto Sans SC"/>
        <a:font script="Geor" typeface="Noto Sans SC"/>
        <a:font script="Armn" typeface="Noto Sans SC"/>
        <a:font script="Bugi" typeface="Noto Sans SC"/>
        <a:font script="Bopo" typeface="Noto Sans SC"/>
        <a:font script="Java" typeface="Noto Sans SC"/>
        <a:font script="Lisu" typeface="Noto Sans SC"/>
        <a:font script="Mymr" typeface="Noto Sans SC"/>
        <a:font script="Nkoo" typeface="Noto Sans SC"/>
        <a:font script="Olck" typeface="Noto Sans SC"/>
        <a:font script="Osma" typeface="Noto Sans SC"/>
        <a:font script="Phag" typeface="Noto Sans SC"/>
        <a:font script="Syrn" typeface="Noto Sans SC"/>
        <a:font script="Syrj" typeface="Noto Sans SC"/>
        <a:font script="Syre" typeface="Noto Sans SC"/>
        <a:font script="Sora" typeface="Noto Sans SC"/>
        <a:font script="Tale" typeface="Noto Sans SC"/>
        <a:font script="Talu" typeface="Noto Sans SC"/>
        <a:font script="Tfng" typeface="Noto Sans SC"/>
      </a:majorFont>
      <a:minorFont>
        <a:latin typeface="Noto Sans SC" panose="02110004020202020204"/>
        <a:ea typeface="Noto Sans SC"/>
        <a:cs typeface="Noto Sans SC"/>
        <a:font script="Jpan" typeface="Noto Sans SC"/>
        <a:font script="Hang" typeface="Noto Sans SC"/>
        <a:font script="Hans" typeface="Noto Sans SC"/>
        <a:font script="Hant" typeface="Noto Sans SC"/>
        <a:font script="Arab" typeface="Noto Sans SC"/>
        <a:font script="Hebr" typeface="Noto Sans SC"/>
        <a:font script="Thai" typeface="Noto Sans SC"/>
        <a:font script="Ethi" typeface="Noto Sans SC"/>
        <a:font script="Beng" typeface="Noto Sans SC"/>
        <a:font script="Gujr" typeface="Noto Sans SC"/>
        <a:font script="Khmr" typeface="Noto Sans SC"/>
        <a:font script="Knda" typeface="Noto Sans SC"/>
        <a:font script="Guru" typeface="Noto Sans SC"/>
        <a:font script="Cans" typeface="Noto Sans SC"/>
        <a:font script="Cher" typeface="Noto Sans SC"/>
        <a:font script="Yiii" typeface="Noto Sans SC"/>
        <a:font script="Tibt" typeface="Noto Sans SC"/>
        <a:font script="Thaa" typeface="Noto Sans SC"/>
        <a:font script="Deva" typeface="Noto Sans SC"/>
        <a:font script="Telu" typeface="Noto Sans SC"/>
        <a:font script="Taml" typeface="Noto Sans SC"/>
        <a:font script="Syrc" typeface="Noto Sans SC"/>
        <a:font script="Orya" typeface="Noto Sans SC"/>
        <a:font script="Mlym" typeface="Noto Sans SC"/>
        <a:font script="Laoo" typeface="Noto Sans SC"/>
        <a:font script="Sinh" typeface="Noto Sans SC"/>
        <a:font script="Mong" typeface="Noto Sans SC"/>
        <a:font script="Viet" typeface="Noto Sans SC"/>
        <a:font script="Uigh" typeface="Noto Sans SC"/>
        <a:font script="Geor" typeface="Noto Sans SC"/>
        <a:font script="Armn" typeface="Noto Sans SC"/>
        <a:font script="Bugi" typeface="Noto Sans SC"/>
        <a:font script="Bopo" typeface="Noto Sans SC"/>
        <a:font script="Java" typeface="Noto Sans SC"/>
        <a:font script="Lisu" typeface="Noto Sans SC"/>
        <a:font script="Mymr" typeface="Noto Sans SC"/>
        <a:font script="Nkoo" typeface="Noto Sans SC"/>
        <a:font script="Olck" typeface="Noto Sans SC"/>
        <a:font script="Osma" typeface="Noto Sans SC"/>
        <a:font script="Phag" typeface="Noto Sans SC"/>
        <a:font script="Syrn" typeface="Noto Sans SC"/>
        <a:font script="Syrj" typeface="Noto Sans SC"/>
        <a:font script="Syre" typeface="Noto Sans SC"/>
        <a:font script="Sora" typeface="Noto Sans SC"/>
        <a:font script="Tale" typeface="Noto Sans SC"/>
        <a:font script="Talu" typeface="Noto Sans SC"/>
        <a:font script="Tfng" typeface="Noto Sans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10078</TotalTime>
  <Words>3101</Words>
  <Application>Microsoft Macintosh PowerPoint</Application>
  <PresentationFormat>On-screen Show (16:9)</PresentationFormat>
  <Paragraphs>380</Paragraphs>
  <Slides>38</Slides>
  <Notes>13</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楷体</vt:lpstr>
      <vt:lpstr>Noto Sans SC</vt:lpstr>
      <vt:lpstr>Noto Serif SC Bold</vt:lpstr>
      <vt:lpstr>Arial</vt:lpstr>
      <vt:lpstr>Tahoma</vt:lpstr>
      <vt:lpstr>Times New Roman</vt:lpstr>
      <vt:lpstr>Office 主题​​</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海英 孙</dc:creator>
  <cp:lastModifiedBy>宇 肖</cp:lastModifiedBy>
  <cp:revision>546</cp:revision>
  <dcterms:created xsi:type="dcterms:W3CDTF">2025-09-08T08:15:06Z</dcterms:created>
  <dcterms:modified xsi:type="dcterms:W3CDTF">2026-09-23T15:29:49Z</dcterms:modified>
</cp:coreProperties>
</file>